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4" r:id="rId1"/>
  </p:sldMasterIdLst>
  <p:notesMasterIdLst>
    <p:notesMasterId r:id="rId15"/>
  </p:notesMasterIdLst>
  <p:sldIdLst>
    <p:sldId id="256" r:id="rId2"/>
    <p:sldId id="257" r:id="rId3"/>
    <p:sldId id="258" r:id="rId4"/>
    <p:sldId id="260" r:id="rId5"/>
    <p:sldId id="259" r:id="rId6"/>
    <p:sldId id="266" r:id="rId7"/>
    <p:sldId id="261" r:id="rId8"/>
    <p:sldId id="262" r:id="rId9"/>
    <p:sldId id="303" r:id="rId10"/>
    <p:sldId id="304" r:id="rId11"/>
    <p:sldId id="305" r:id="rId12"/>
    <p:sldId id="306" r:id="rId13"/>
    <p:sldId id="277"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414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40CC91-BC77-46CA-94BD-9E46A234E00A}">
  <a:tblStyle styleId="{7540CC91-BC77-46CA-94BD-9E46A234E00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F1AE064-0779-4802-BCAF-A7961C5C1A7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7"/>
        <p:cNvGrpSpPr/>
        <p:nvPr/>
      </p:nvGrpSpPr>
      <p:grpSpPr>
        <a:xfrm>
          <a:off x="0" y="0"/>
          <a:ext cx="0" cy="0"/>
          <a:chOff x="0" y="0"/>
          <a:chExt cx="0" cy="0"/>
        </a:xfrm>
      </p:grpSpPr>
      <p:sp>
        <p:nvSpPr>
          <p:cNvPr id="1408" name="Google Shape;140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9" name="Google Shape;140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p:cNvGrpSpPr/>
        <p:nvPr/>
      </p:nvGrpSpPr>
      <p:grpSpPr>
        <a:xfrm>
          <a:off x="0" y="0"/>
          <a:ext cx="0" cy="0"/>
          <a:chOff x="0" y="0"/>
          <a:chExt cx="0" cy="0"/>
        </a:xfrm>
      </p:grpSpPr>
      <p:sp>
        <p:nvSpPr>
          <p:cNvPr id="1496" name="Google Shape;1496;g1e81e8eaf55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1e81e8eaf55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4"/>
        <p:cNvGrpSpPr/>
        <p:nvPr/>
      </p:nvGrpSpPr>
      <p:grpSpPr>
        <a:xfrm>
          <a:off x="0" y="0"/>
          <a:ext cx="0" cy="0"/>
          <a:chOff x="0" y="0"/>
          <a:chExt cx="0" cy="0"/>
        </a:xfrm>
      </p:grpSpPr>
      <p:sp>
        <p:nvSpPr>
          <p:cNvPr id="1505" name="Google Shape;1505;g1e81e8eaf55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6" name="Google Shape;1506;g1e81e8eaf55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9"/>
        <p:cNvGrpSpPr/>
        <p:nvPr/>
      </p:nvGrpSpPr>
      <p:grpSpPr>
        <a:xfrm>
          <a:off x="0" y="0"/>
          <a:ext cx="0" cy="0"/>
          <a:chOff x="0" y="0"/>
          <a:chExt cx="0" cy="0"/>
        </a:xfrm>
      </p:grpSpPr>
      <p:sp>
        <p:nvSpPr>
          <p:cNvPr id="1530" name="Google Shape;1530;g1e81e8eaf55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1" name="Google Shape;1531;g1e81e8eaf55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2"/>
        <p:cNvGrpSpPr/>
        <p:nvPr/>
      </p:nvGrpSpPr>
      <p:grpSpPr>
        <a:xfrm>
          <a:off x="0" y="0"/>
          <a:ext cx="0" cy="0"/>
          <a:chOff x="0" y="0"/>
          <a:chExt cx="0" cy="0"/>
        </a:xfrm>
      </p:grpSpPr>
      <p:sp>
        <p:nvSpPr>
          <p:cNvPr id="1523" name="Google Shape;1523;g1e81e8eaf55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4" name="Google Shape;1524;g1e81e8eaf55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2"/>
        <p:cNvGrpSpPr/>
        <p:nvPr/>
      </p:nvGrpSpPr>
      <p:grpSpPr>
        <a:xfrm>
          <a:off x="0" y="0"/>
          <a:ext cx="0" cy="0"/>
          <a:chOff x="0" y="0"/>
          <a:chExt cx="0" cy="0"/>
        </a:xfrm>
      </p:grpSpPr>
      <p:sp>
        <p:nvSpPr>
          <p:cNvPr id="1623" name="Google Shape;1623;g1e839195dab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4" name="Google Shape;1624;g1e839195dab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2"/>
        <p:cNvGrpSpPr/>
        <p:nvPr/>
      </p:nvGrpSpPr>
      <p:grpSpPr>
        <a:xfrm>
          <a:off x="0" y="0"/>
          <a:ext cx="0" cy="0"/>
          <a:chOff x="0" y="0"/>
          <a:chExt cx="0" cy="0"/>
        </a:xfrm>
      </p:grpSpPr>
      <p:sp>
        <p:nvSpPr>
          <p:cNvPr id="1563" name="Google Shape;1563;g1e81e8eaf55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4" name="Google Shape;1564;g1e81e8eaf55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1"/>
        <p:cNvGrpSpPr/>
        <p:nvPr/>
      </p:nvGrpSpPr>
      <p:grpSpPr>
        <a:xfrm>
          <a:off x="0" y="0"/>
          <a:ext cx="0" cy="0"/>
          <a:chOff x="0" y="0"/>
          <a:chExt cx="0" cy="0"/>
        </a:xfrm>
      </p:grpSpPr>
      <p:sp>
        <p:nvSpPr>
          <p:cNvPr id="1572" name="Google Shape;1572;g1e839195da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3" name="Google Shape;1573;g1e839195d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1"/>
        <p:cNvGrpSpPr/>
        <p:nvPr/>
      </p:nvGrpSpPr>
      <p:grpSpPr>
        <a:xfrm>
          <a:off x="0" y="0"/>
          <a:ext cx="0" cy="0"/>
          <a:chOff x="0" y="0"/>
          <a:chExt cx="0" cy="0"/>
        </a:xfrm>
      </p:grpSpPr>
      <p:sp>
        <p:nvSpPr>
          <p:cNvPr id="1572" name="Google Shape;1572;g1e839195da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3" name="Google Shape;1573;g1e839195d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970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5"/>
        <p:cNvGrpSpPr/>
        <p:nvPr/>
      </p:nvGrpSpPr>
      <p:grpSpPr>
        <a:xfrm>
          <a:off x="0" y="0"/>
          <a:ext cx="0" cy="0"/>
          <a:chOff x="0" y="0"/>
          <a:chExt cx="0" cy="0"/>
        </a:xfrm>
      </p:grpSpPr>
      <p:sp>
        <p:nvSpPr>
          <p:cNvPr id="1856" name="Google Shape;1856;g1e81e8eaf55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7" name="Google Shape;1857;g1e81e8eaf55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10" name="Google Shape;10;p2"/>
          <p:cNvSpPr txBox="1">
            <a:spLocks noGrp="1"/>
          </p:cNvSpPr>
          <p:nvPr>
            <p:ph type="ctrTitle"/>
          </p:nvPr>
        </p:nvSpPr>
        <p:spPr>
          <a:xfrm>
            <a:off x="1568675" y="1027819"/>
            <a:ext cx="6006600" cy="2279400"/>
          </a:xfrm>
          <a:prstGeom prst="rect">
            <a:avLst/>
          </a:prstGeom>
        </p:spPr>
        <p:txBody>
          <a:bodyPr spcFirstLastPara="1" wrap="square" lIns="91425" tIns="91425" rIns="91425" bIns="91425" anchor="b" anchorCtr="0">
            <a:noAutofit/>
          </a:bodyPr>
          <a:lstStyle>
            <a:lvl1pPr lvl="0" algn="ctr" rtl="0">
              <a:lnSpc>
                <a:spcPct val="90000"/>
              </a:lnSpc>
              <a:spcBef>
                <a:spcPts val="0"/>
              </a:spcBef>
              <a:spcAft>
                <a:spcPts val="0"/>
              </a:spcAft>
              <a:buSzPts val="6000"/>
              <a:buNone/>
              <a:defRPr sz="5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1962600" y="3706181"/>
            <a:ext cx="5218800" cy="40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14" name="Google Shape;14;p3"/>
          <p:cNvSpPr txBox="1">
            <a:spLocks noGrp="1"/>
          </p:cNvSpPr>
          <p:nvPr>
            <p:ph type="title"/>
          </p:nvPr>
        </p:nvSpPr>
        <p:spPr>
          <a:xfrm>
            <a:off x="1133023" y="2480375"/>
            <a:ext cx="3764400" cy="137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2475223" y="1291225"/>
            <a:ext cx="1080000" cy="10011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a:spLocks noGrp="1"/>
          </p:cNvSpPr>
          <p:nvPr>
            <p:ph type="pic" idx="3"/>
          </p:nvPr>
        </p:nvSpPr>
        <p:spPr>
          <a:xfrm>
            <a:off x="5406576" y="694950"/>
            <a:ext cx="2604300" cy="3753600"/>
          </a:xfrm>
          <a:prstGeom prst="rect">
            <a:avLst/>
          </a:prstGeom>
          <a:noFill/>
          <a:ln w="9525" cap="flat" cmpd="sng">
            <a:solidFill>
              <a:schemeClr val="dk1"/>
            </a:solidFill>
            <a:prstDash val="solid"/>
            <a:round/>
            <a:headEnd type="none" w="sm" len="sm"/>
            <a:tailEnd type="none" w="sm" len="sm"/>
          </a:ln>
        </p:spPr>
      </p:sp>
      <p:grpSp>
        <p:nvGrpSpPr>
          <p:cNvPr id="17" name="Google Shape;17;p3"/>
          <p:cNvGrpSpPr/>
          <p:nvPr/>
        </p:nvGrpSpPr>
        <p:grpSpPr>
          <a:xfrm>
            <a:off x="8161834" y="75534"/>
            <a:ext cx="3751693" cy="1477275"/>
            <a:chOff x="8161834" y="75534"/>
            <a:chExt cx="3751693" cy="1477275"/>
          </a:xfrm>
        </p:grpSpPr>
        <p:grpSp>
          <p:nvGrpSpPr>
            <p:cNvPr id="18" name="Google Shape;18;p3"/>
            <p:cNvGrpSpPr/>
            <p:nvPr/>
          </p:nvGrpSpPr>
          <p:grpSpPr>
            <a:xfrm>
              <a:off x="8371972" y="75540"/>
              <a:ext cx="3541556" cy="1323917"/>
              <a:chOff x="2133050" y="2071900"/>
              <a:chExt cx="2132825" cy="797300"/>
            </a:xfrm>
          </p:grpSpPr>
          <p:sp>
            <p:nvSpPr>
              <p:cNvPr id="19" name="Google Shape;19;p3"/>
              <p:cNvSpPr/>
              <p:nvPr/>
            </p:nvSpPr>
            <p:spPr>
              <a:xfrm>
                <a:off x="2270875" y="2219625"/>
                <a:ext cx="747000" cy="267375"/>
              </a:xfrm>
              <a:custGeom>
                <a:avLst/>
                <a:gdLst/>
                <a:ahLst/>
                <a:cxnLst/>
                <a:rect l="l" t="t" r="r" b="b"/>
                <a:pathLst>
                  <a:path w="29880" h="10695" extrusionOk="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2182175" y="2199825"/>
                <a:ext cx="1311375" cy="282025"/>
              </a:xfrm>
              <a:custGeom>
                <a:avLst/>
                <a:gdLst/>
                <a:ahLst/>
                <a:cxnLst/>
                <a:rect l="l" t="t" r="r" b="b"/>
                <a:pathLst>
                  <a:path w="52455" h="11281" extrusionOk="0">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3182625" y="2105550"/>
                <a:ext cx="901850" cy="61825"/>
              </a:xfrm>
              <a:custGeom>
                <a:avLst/>
                <a:gdLst/>
                <a:ahLst/>
                <a:cxnLst/>
                <a:rect l="l" t="t" r="r" b="b"/>
                <a:pathLst>
                  <a:path w="36074" h="2473" extrusionOk="0">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3306975" y="2135275"/>
                <a:ext cx="934350" cy="79225"/>
              </a:xfrm>
              <a:custGeom>
                <a:avLst/>
                <a:gdLst/>
                <a:ahLst/>
                <a:cxnLst/>
                <a:rect l="l" t="t" r="r" b="b"/>
                <a:pathLst>
                  <a:path w="37374" h="3169" extrusionOk="0">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2627350" y="2303600"/>
                <a:ext cx="1638525" cy="516475"/>
              </a:xfrm>
              <a:custGeom>
                <a:avLst/>
                <a:gdLst/>
                <a:ahLst/>
                <a:cxnLst/>
                <a:rect l="l" t="t" r="r" b="b"/>
                <a:pathLst>
                  <a:path w="65541" h="20659" extrusionOk="0">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2216225" y="2328550"/>
                <a:ext cx="1225450" cy="460250"/>
              </a:xfrm>
              <a:custGeom>
                <a:avLst/>
                <a:gdLst/>
                <a:ahLst/>
                <a:cxnLst/>
                <a:rect l="l" t="t" r="r" b="b"/>
                <a:pathLst>
                  <a:path w="49018" h="18410" extrusionOk="0">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2338600" y="2308750"/>
                <a:ext cx="1145850" cy="383400"/>
              </a:xfrm>
              <a:custGeom>
                <a:avLst/>
                <a:gdLst/>
                <a:ahLst/>
                <a:cxnLst/>
                <a:rect l="l" t="t" r="r" b="b"/>
                <a:pathLst>
                  <a:path w="45834" h="15336" extrusionOk="0">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2270875" y="2288925"/>
                <a:ext cx="1995000" cy="386200"/>
              </a:xfrm>
              <a:custGeom>
                <a:avLst/>
                <a:gdLst/>
                <a:ahLst/>
                <a:cxnLst/>
                <a:rect l="l" t="t" r="r" b="b"/>
                <a:pathLst>
                  <a:path w="79800" h="15448" extrusionOk="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2607925" y="2239425"/>
                <a:ext cx="850775" cy="188150"/>
              </a:xfrm>
              <a:custGeom>
                <a:avLst/>
                <a:gdLst/>
                <a:ahLst/>
                <a:cxnLst/>
                <a:rect l="l" t="t" r="r" b="b"/>
                <a:pathLst>
                  <a:path w="34031" h="7526" extrusionOk="0">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2686750" y="2749175"/>
                <a:ext cx="134675" cy="49125"/>
              </a:xfrm>
              <a:custGeom>
                <a:avLst/>
                <a:gdLst/>
                <a:ahLst/>
                <a:cxnLst/>
                <a:rect l="l" t="t" r="r" b="b"/>
                <a:pathLst>
                  <a:path w="5387" h="1965" extrusionOk="0">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3467400" y="217645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2234450" y="2646575"/>
                <a:ext cx="46750" cy="46775"/>
              </a:xfrm>
              <a:custGeom>
                <a:avLst/>
                <a:gdLst/>
                <a:ahLst/>
                <a:cxnLst/>
                <a:rect l="l" t="t" r="r" b="b"/>
                <a:pathLst>
                  <a:path w="1870" h="1871" extrusionOk="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2175025" y="2735700"/>
                <a:ext cx="46775" cy="46750"/>
              </a:xfrm>
              <a:custGeom>
                <a:avLst/>
                <a:gdLst/>
                <a:ahLst/>
                <a:cxnLst/>
                <a:rect l="l" t="t" r="r" b="b"/>
                <a:pathLst>
                  <a:path w="1871" h="1870" extrusionOk="0">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2502175" y="2587175"/>
                <a:ext cx="46375" cy="46750"/>
              </a:xfrm>
              <a:custGeom>
                <a:avLst/>
                <a:gdLst/>
                <a:ahLst/>
                <a:cxnLst/>
                <a:rect l="l" t="t" r="r" b="b"/>
                <a:pathLst>
                  <a:path w="1855" h="1870" extrusionOk="0">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2774275" y="2309925"/>
                <a:ext cx="46775" cy="46775"/>
              </a:xfrm>
              <a:custGeom>
                <a:avLst/>
                <a:gdLst/>
                <a:ahLst/>
                <a:cxnLst/>
                <a:rect l="l" t="t" r="r" b="b"/>
                <a:pathLst>
                  <a:path w="1871" h="1871" extrusionOk="0">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2803975" y="2780450"/>
                <a:ext cx="46775" cy="46375"/>
              </a:xfrm>
              <a:custGeom>
                <a:avLst/>
                <a:gdLst/>
                <a:ahLst/>
                <a:cxnLst/>
                <a:rect l="l" t="t" r="r" b="b"/>
                <a:pathLst>
                  <a:path w="1871" h="1855" extrusionOk="0">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3462250" y="2334875"/>
                <a:ext cx="46750" cy="46375"/>
              </a:xfrm>
              <a:custGeom>
                <a:avLst/>
                <a:gdLst/>
                <a:ahLst/>
                <a:cxnLst/>
                <a:rect l="l" t="t" r="r" b="b"/>
                <a:pathLst>
                  <a:path w="1870" h="1855" extrusionOk="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3165600" y="2141600"/>
                <a:ext cx="46350" cy="46750"/>
              </a:xfrm>
              <a:custGeom>
                <a:avLst/>
                <a:gdLst/>
                <a:ahLst/>
                <a:cxnLst/>
                <a:rect l="l" t="t" r="r" b="b"/>
                <a:pathLst>
                  <a:path w="1854" h="1870" extrusionOk="0">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2843600" y="2404200"/>
                <a:ext cx="46750" cy="46350"/>
              </a:xfrm>
              <a:custGeom>
                <a:avLst/>
                <a:gdLst/>
                <a:ahLst/>
                <a:cxnLst/>
                <a:rect l="l" t="t" r="r" b="b"/>
                <a:pathLst>
                  <a:path w="1870" h="1854" extrusionOk="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2249500" y="248340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2864575" y="2111500"/>
                <a:ext cx="217075" cy="25375"/>
              </a:xfrm>
              <a:custGeom>
                <a:avLst/>
                <a:gdLst/>
                <a:ahLst/>
                <a:cxnLst/>
                <a:rect l="l" t="t" r="r" b="b"/>
                <a:pathLst>
                  <a:path w="8683" h="1015" extrusionOk="0">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3067775" y="2079025"/>
                <a:ext cx="46750" cy="46350"/>
              </a:xfrm>
              <a:custGeom>
                <a:avLst/>
                <a:gdLst/>
                <a:ahLst/>
                <a:cxnLst/>
                <a:rect l="l" t="t" r="r" b="b"/>
                <a:pathLst>
                  <a:path w="1870" h="1854" extrusionOk="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2827750" y="2071900"/>
                <a:ext cx="51500" cy="51500"/>
              </a:xfrm>
              <a:custGeom>
                <a:avLst/>
                <a:gdLst/>
                <a:ahLst/>
                <a:cxnLst/>
                <a:rect l="l" t="t" r="r" b="b"/>
                <a:pathLst>
                  <a:path w="2060" h="2060" extrusionOk="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3261825" y="2119425"/>
                <a:ext cx="51525" cy="51500"/>
              </a:xfrm>
              <a:custGeom>
                <a:avLst/>
                <a:gdLst/>
                <a:ahLst/>
                <a:cxnLst/>
                <a:rect l="l" t="t" r="r" b="b"/>
                <a:pathLst>
                  <a:path w="2061" h="2060" extrusionOk="0">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3004400" y="2223575"/>
                <a:ext cx="51500" cy="51525"/>
              </a:xfrm>
              <a:custGeom>
                <a:avLst/>
                <a:gdLst/>
                <a:ahLst/>
                <a:cxnLst/>
                <a:rect l="l" t="t" r="r" b="b"/>
                <a:pathLst>
                  <a:path w="2060" h="2061" extrusionOk="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2301375" y="2683825"/>
                <a:ext cx="51525" cy="51500"/>
              </a:xfrm>
              <a:custGeom>
                <a:avLst/>
                <a:gdLst/>
                <a:ahLst/>
                <a:cxnLst/>
                <a:rect l="l" t="t" r="r" b="b"/>
                <a:pathLst>
                  <a:path w="2061" h="2060" extrusionOk="0">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2133050" y="2456075"/>
                <a:ext cx="51525" cy="51525"/>
              </a:xfrm>
              <a:custGeom>
                <a:avLst/>
                <a:gdLst/>
                <a:ahLst/>
                <a:cxnLst/>
                <a:rect l="l" t="t" r="r" b="b"/>
                <a:pathLst>
                  <a:path w="2061" h="2061" extrusionOk="0">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2603575" y="2817275"/>
                <a:ext cx="51525" cy="51925"/>
              </a:xfrm>
              <a:custGeom>
                <a:avLst/>
                <a:gdLst/>
                <a:ahLst/>
                <a:cxnLst/>
                <a:rect l="l" t="t" r="r" b="b"/>
                <a:pathLst>
                  <a:path w="2061" h="2077" extrusionOk="0">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2647925" y="2782825"/>
                <a:ext cx="51525" cy="51525"/>
              </a:xfrm>
              <a:custGeom>
                <a:avLst/>
                <a:gdLst/>
                <a:ahLst/>
                <a:cxnLst/>
                <a:rect l="l" t="t" r="r" b="b"/>
                <a:pathLst>
                  <a:path w="2061" h="2061" extrusionOk="0">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3964850" y="2084975"/>
                <a:ext cx="51500" cy="51500"/>
              </a:xfrm>
              <a:custGeom>
                <a:avLst/>
                <a:gdLst/>
                <a:ahLst/>
                <a:cxnLst/>
                <a:rect l="l" t="t" r="r" b="b"/>
                <a:pathLst>
                  <a:path w="2060" h="2060" extrusionOk="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p3"/>
            <p:cNvSpPr/>
            <p:nvPr/>
          </p:nvSpPr>
          <p:spPr>
            <a:xfrm>
              <a:off x="8161834" y="721209"/>
              <a:ext cx="831600" cy="831600"/>
            </a:xfrm>
            <a:prstGeom prst="ellipse">
              <a:avLst/>
            </a:prstGeom>
            <a:gradFill>
              <a:gsLst>
                <a:gs pos="0">
                  <a:srgbClr val="FFFFFF">
                    <a:alpha val="52549"/>
                  </a:srgbClr>
                </a:gs>
                <a:gs pos="68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ira"/>
                <a:ea typeface="Saira"/>
                <a:cs typeface="Saira"/>
                <a:sym typeface="Saira"/>
              </a:endParaRPr>
            </a:p>
          </p:txBody>
        </p:sp>
        <p:sp>
          <p:nvSpPr>
            <p:cNvPr id="50" name="Google Shape;50;p3"/>
            <p:cNvSpPr/>
            <p:nvPr/>
          </p:nvSpPr>
          <p:spPr>
            <a:xfrm>
              <a:off x="9036759" y="75534"/>
              <a:ext cx="831600" cy="831600"/>
            </a:xfrm>
            <a:prstGeom prst="ellipse">
              <a:avLst/>
            </a:prstGeom>
            <a:gradFill>
              <a:gsLst>
                <a:gs pos="0">
                  <a:srgbClr val="FFFFFF">
                    <a:alpha val="52549"/>
                  </a:srgbClr>
                </a:gs>
                <a:gs pos="68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ira"/>
                <a:ea typeface="Saira"/>
                <a:cs typeface="Saira"/>
                <a:sym typeface="Saira"/>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1"/>
        <p:cNvGrpSpPr/>
        <p:nvPr/>
      </p:nvGrpSpPr>
      <p:grpSpPr>
        <a:xfrm>
          <a:off x="0" y="0"/>
          <a:ext cx="0" cy="0"/>
          <a:chOff x="0" y="0"/>
          <a:chExt cx="0" cy="0"/>
        </a:xfrm>
      </p:grpSpPr>
      <p:pic>
        <p:nvPicPr>
          <p:cNvPr id="52" name="Google Shape;52;p4"/>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53" name="Google Shape;53;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4" name="Google Shape;54;p4"/>
          <p:cNvSpPr txBox="1">
            <a:spLocks noGrp="1"/>
          </p:cNvSpPr>
          <p:nvPr>
            <p:ph type="body" idx="1"/>
          </p:nvPr>
        </p:nvSpPr>
        <p:spPr>
          <a:xfrm>
            <a:off x="720000" y="1152475"/>
            <a:ext cx="7704000" cy="351600"/>
          </a:xfrm>
          <a:prstGeom prst="rect">
            <a:avLst/>
          </a:prstGeom>
        </p:spPr>
        <p:txBody>
          <a:bodyPr spcFirstLastPara="1" wrap="square" lIns="91425" tIns="91425" rIns="91425" bIns="91425" anchor="t" anchorCtr="0">
            <a:noAutofit/>
          </a:bodyPr>
          <a:lstStyle>
            <a:lvl1pPr marL="457200" lvl="0" indent="-317500" algn="ctr" rtl="0">
              <a:lnSpc>
                <a:spcPct val="115000"/>
              </a:lnSpc>
              <a:spcBef>
                <a:spcPts val="0"/>
              </a:spcBef>
              <a:spcAft>
                <a:spcPts val="0"/>
              </a:spcAft>
              <a:buSzPts val="1400"/>
              <a:buChar char="●"/>
              <a:defRPr sz="1400"/>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grpSp>
        <p:nvGrpSpPr>
          <p:cNvPr id="55" name="Google Shape;55;p4"/>
          <p:cNvGrpSpPr/>
          <p:nvPr/>
        </p:nvGrpSpPr>
        <p:grpSpPr>
          <a:xfrm>
            <a:off x="-1684333" y="361707"/>
            <a:ext cx="3423458" cy="1696293"/>
            <a:chOff x="-1684333" y="361707"/>
            <a:chExt cx="3423458" cy="1696293"/>
          </a:xfrm>
        </p:grpSpPr>
        <p:grpSp>
          <p:nvGrpSpPr>
            <p:cNvPr id="56" name="Google Shape;56;p4"/>
            <p:cNvGrpSpPr/>
            <p:nvPr/>
          </p:nvGrpSpPr>
          <p:grpSpPr>
            <a:xfrm>
              <a:off x="-1684333" y="361707"/>
              <a:ext cx="2907181" cy="1177348"/>
              <a:chOff x="2442775" y="3274750"/>
              <a:chExt cx="1690025" cy="684425"/>
            </a:xfrm>
          </p:grpSpPr>
          <p:sp>
            <p:nvSpPr>
              <p:cNvPr id="57" name="Google Shape;57;p4"/>
              <p:cNvSpPr/>
              <p:nvPr/>
            </p:nvSpPr>
            <p:spPr>
              <a:xfrm>
                <a:off x="2683575" y="3475550"/>
                <a:ext cx="870175" cy="445600"/>
              </a:xfrm>
              <a:custGeom>
                <a:avLst/>
                <a:gdLst/>
                <a:ahLst/>
                <a:cxnLst/>
                <a:rect l="l" t="t" r="r" b="b"/>
                <a:pathLst>
                  <a:path w="34807" h="17824" extrusionOk="0">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3728800" y="3776950"/>
                <a:ext cx="359650" cy="139050"/>
              </a:xfrm>
              <a:custGeom>
                <a:avLst/>
                <a:gdLst/>
                <a:ahLst/>
                <a:cxnLst/>
                <a:rect l="l" t="t" r="r" b="b"/>
                <a:pathLst>
                  <a:path w="14386" h="5562" extrusionOk="0">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2739025" y="3416125"/>
                <a:ext cx="1218725" cy="460275"/>
              </a:xfrm>
              <a:custGeom>
                <a:avLst/>
                <a:gdLst/>
                <a:ahLst/>
                <a:cxnLst/>
                <a:rect l="l" t="t" r="r" b="b"/>
                <a:pathLst>
                  <a:path w="48749" h="18411" extrusionOk="0">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2696650" y="3396325"/>
                <a:ext cx="1145050" cy="383025"/>
              </a:xfrm>
              <a:custGeom>
                <a:avLst/>
                <a:gdLst/>
                <a:ahLst/>
                <a:cxnLst/>
                <a:rect l="l" t="t" r="r" b="b"/>
                <a:pathLst>
                  <a:path w="45802" h="15321" extrusionOk="0">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2491100" y="3376525"/>
                <a:ext cx="1412375" cy="386200"/>
              </a:xfrm>
              <a:custGeom>
                <a:avLst/>
                <a:gdLst/>
                <a:ahLst/>
                <a:cxnLst/>
                <a:rect l="l" t="t" r="r" b="b"/>
                <a:pathLst>
                  <a:path w="56495" h="15448" extrusionOk="0">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3040050" y="3312775"/>
                <a:ext cx="532725" cy="192500"/>
              </a:xfrm>
              <a:custGeom>
                <a:avLst/>
                <a:gdLst/>
                <a:ahLst/>
                <a:cxnLst/>
                <a:rect l="l" t="t" r="r" b="b"/>
                <a:pathLst>
                  <a:path w="21309" h="7700" extrusionOk="0">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2618225" y="3346825"/>
                <a:ext cx="692750" cy="168350"/>
              </a:xfrm>
              <a:custGeom>
                <a:avLst/>
                <a:gdLst/>
                <a:ahLst/>
                <a:cxnLst/>
                <a:rect l="l" t="t" r="r" b="b"/>
                <a:pathLst>
                  <a:path w="27710" h="6734" extrusionOk="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3526800" y="3912800"/>
                <a:ext cx="46375" cy="46375"/>
              </a:xfrm>
              <a:custGeom>
                <a:avLst/>
                <a:gdLst/>
                <a:ahLst/>
                <a:cxnLst/>
                <a:rect l="l" t="t" r="r" b="b"/>
                <a:pathLst>
                  <a:path w="1855" h="1855" extrusionOk="0">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4086050" y="3828450"/>
                <a:ext cx="46750" cy="46750"/>
              </a:xfrm>
              <a:custGeom>
                <a:avLst/>
                <a:gdLst/>
                <a:ahLst/>
                <a:cxnLst/>
                <a:rect l="l" t="t" r="r" b="b"/>
                <a:pathLst>
                  <a:path w="1870" h="1870" extrusionOk="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2670500" y="3427625"/>
                <a:ext cx="46375" cy="46350"/>
              </a:xfrm>
              <a:custGeom>
                <a:avLst/>
                <a:gdLst/>
                <a:ahLst/>
                <a:cxnLst/>
                <a:rect l="l" t="t" r="r" b="b"/>
                <a:pathLst>
                  <a:path w="1855" h="1854" extrusionOk="0">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3289175" y="3487025"/>
                <a:ext cx="46350" cy="46375"/>
              </a:xfrm>
              <a:custGeom>
                <a:avLst/>
                <a:gdLst/>
                <a:ahLst/>
                <a:cxnLst/>
                <a:rect l="l" t="t" r="r" b="b"/>
                <a:pathLst>
                  <a:path w="1854" h="1855" extrusionOk="0">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a:off x="3002025" y="3274750"/>
                <a:ext cx="46750" cy="46750"/>
              </a:xfrm>
              <a:custGeom>
                <a:avLst/>
                <a:gdLst/>
                <a:ahLst/>
                <a:cxnLst/>
                <a:rect l="l" t="t" r="r" b="b"/>
                <a:pathLst>
                  <a:path w="1870" h="1870" extrusionOk="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3625825" y="3675175"/>
                <a:ext cx="46350" cy="46350"/>
              </a:xfrm>
              <a:custGeom>
                <a:avLst/>
                <a:gdLst/>
                <a:ahLst/>
                <a:cxnLst/>
                <a:rect l="l" t="t" r="r" b="b"/>
                <a:pathLst>
                  <a:path w="1854"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3699875" y="3754375"/>
                <a:ext cx="46775" cy="46375"/>
              </a:xfrm>
              <a:custGeom>
                <a:avLst/>
                <a:gdLst/>
                <a:ahLst/>
                <a:cxnLst/>
                <a:rect l="l" t="t" r="r" b="b"/>
                <a:pathLst>
                  <a:path w="1871" h="1855" extrusionOk="0">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3954950" y="3816175"/>
                <a:ext cx="51500" cy="51500"/>
              </a:xfrm>
              <a:custGeom>
                <a:avLst/>
                <a:gdLst/>
                <a:ahLst/>
                <a:cxnLst/>
                <a:rect l="l" t="t" r="r" b="b"/>
                <a:pathLst>
                  <a:path w="2060" h="2060" extrusionOk="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a:off x="3900675" y="3731800"/>
                <a:ext cx="51525" cy="51525"/>
              </a:xfrm>
              <a:custGeom>
                <a:avLst/>
                <a:gdLst/>
                <a:ahLst/>
                <a:cxnLst/>
                <a:rect l="l" t="t" r="r" b="b"/>
                <a:pathLst>
                  <a:path w="2061" h="2061" extrusionOk="0">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a:off x="3826225" y="3771400"/>
                <a:ext cx="51525" cy="51525"/>
              </a:xfrm>
              <a:custGeom>
                <a:avLst/>
                <a:gdLst/>
                <a:ahLst/>
                <a:cxnLst/>
                <a:rect l="l" t="t" r="r" b="b"/>
                <a:pathLst>
                  <a:path w="2061" h="2061" extrusionOk="0">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a:off x="3360850" y="3410200"/>
                <a:ext cx="51525" cy="51500"/>
              </a:xfrm>
              <a:custGeom>
                <a:avLst/>
                <a:gdLst/>
                <a:ahLst/>
                <a:cxnLst/>
                <a:rect l="l" t="t" r="r" b="b"/>
                <a:pathLst>
                  <a:path w="2061" h="2060" extrusionOk="0">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2442775" y="3353175"/>
                <a:ext cx="51525" cy="51500"/>
              </a:xfrm>
              <a:custGeom>
                <a:avLst/>
                <a:gdLst/>
                <a:ahLst/>
                <a:cxnLst/>
                <a:rect l="l" t="t" r="r" b="b"/>
                <a:pathLst>
                  <a:path w="2061" h="2060" extrusionOk="0">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a:off x="2569525" y="3318300"/>
                <a:ext cx="51500" cy="51925"/>
              </a:xfrm>
              <a:custGeom>
                <a:avLst/>
                <a:gdLst/>
                <a:ahLst/>
                <a:cxnLst/>
                <a:rect l="l" t="t" r="r" b="b"/>
                <a:pathLst>
                  <a:path w="2060" h="2077" extrusionOk="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2634875" y="3515950"/>
                <a:ext cx="51500" cy="51500"/>
              </a:xfrm>
              <a:custGeom>
                <a:avLst/>
                <a:gdLst/>
                <a:ahLst/>
                <a:cxnLst/>
                <a:rect l="l" t="t" r="r" b="b"/>
                <a:pathLst>
                  <a:path w="2060" h="2060" extrusionOk="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8" name="Google Shape;78;p4"/>
            <p:cNvPicPr preferRelativeResize="0"/>
            <p:nvPr/>
          </p:nvPicPr>
          <p:blipFill>
            <a:blip r:embed="rId3">
              <a:alphaModFix amt="40000"/>
            </a:blip>
            <a:stretch>
              <a:fillRect/>
            </a:stretch>
          </p:blipFill>
          <p:spPr>
            <a:xfrm>
              <a:off x="-345200" y="880650"/>
              <a:ext cx="1177350" cy="1177350"/>
            </a:xfrm>
            <a:prstGeom prst="rect">
              <a:avLst/>
            </a:prstGeom>
            <a:noFill/>
            <a:ln>
              <a:noFill/>
            </a:ln>
          </p:spPr>
        </p:pic>
        <p:pic>
          <p:nvPicPr>
            <p:cNvPr id="79" name="Google Shape;79;p4"/>
            <p:cNvPicPr preferRelativeResize="0"/>
            <p:nvPr/>
          </p:nvPicPr>
          <p:blipFill>
            <a:blip r:embed="rId3">
              <a:alphaModFix amt="40000"/>
            </a:blip>
            <a:stretch>
              <a:fillRect/>
            </a:stretch>
          </p:blipFill>
          <p:spPr>
            <a:xfrm>
              <a:off x="561775" y="739600"/>
              <a:ext cx="1177350" cy="1177350"/>
            </a:xfrm>
            <a:prstGeom prst="rect">
              <a:avLst/>
            </a:prstGeom>
            <a:noFill/>
            <a:ln>
              <a:noFill/>
            </a:ln>
          </p:spPr>
        </p:pic>
      </p:grpSp>
      <p:grpSp>
        <p:nvGrpSpPr>
          <p:cNvPr id="80" name="Google Shape;80;p4"/>
          <p:cNvGrpSpPr/>
          <p:nvPr/>
        </p:nvGrpSpPr>
        <p:grpSpPr>
          <a:xfrm>
            <a:off x="7378900" y="3638900"/>
            <a:ext cx="3965187" cy="1653150"/>
            <a:chOff x="7378900" y="3638900"/>
            <a:chExt cx="3965187" cy="1653150"/>
          </a:xfrm>
        </p:grpSpPr>
        <p:grpSp>
          <p:nvGrpSpPr>
            <p:cNvPr id="81" name="Google Shape;81;p4"/>
            <p:cNvGrpSpPr/>
            <p:nvPr/>
          </p:nvGrpSpPr>
          <p:grpSpPr>
            <a:xfrm>
              <a:off x="7802532" y="3702559"/>
              <a:ext cx="3541556" cy="1323917"/>
              <a:chOff x="2133050" y="2071900"/>
              <a:chExt cx="2132825" cy="797300"/>
            </a:xfrm>
          </p:grpSpPr>
          <p:sp>
            <p:nvSpPr>
              <p:cNvPr id="82" name="Google Shape;82;p4"/>
              <p:cNvSpPr/>
              <p:nvPr/>
            </p:nvSpPr>
            <p:spPr>
              <a:xfrm>
                <a:off x="2270875" y="2219625"/>
                <a:ext cx="747000" cy="267375"/>
              </a:xfrm>
              <a:custGeom>
                <a:avLst/>
                <a:gdLst/>
                <a:ahLst/>
                <a:cxnLst/>
                <a:rect l="l" t="t" r="r" b="b"/>
                <a:pathLst>
                  <a:path w="29880" h="10695" extrusionOk="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2182175" y="2199825"/>
                <a:ext cx="1311375" cy="282025"/>
              </a:xfrm>
              <a:custGeom>
                <a:avLst/>
                <a:gdLst/>
                <a:ahLst/>
                <a:cxnLst/>
                <a:rect l="l" t="t" r="r" b="b"/>
                <a:pathLst>
                  <a:path w="52455" h="11281" extrusionOk="0">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a:off x="3182625" y="2105550"/>
                <a:ext cx="901850" cy="61825"/>
              </a:xfrm>
              <a:custGeom>
                <a:avLst/>
                <a:gdLst/>
                <a:ahLst/>
                <a:cxnLst/>
                <a:rect l="l" t="t" r="r" b="b"/>
                <a:pathLst>
                  <a:path w="36074" h="2473" extrusionOk="0">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a:off x="3306975" y="2135275"/>
                <a:ext cx="934350" cy="79225"/>
              </a:xfrm>
              <a:custGeom>
                <a:avLst/>
                <a:gdLst/>
                <a:ahLst/>
                <a:cxnLst/>
                <a:rect l="l" t="t" r="r" b="b"/>
                <a:pathLst>
                  <a:path w="37374" h="3169" extrusionOk="0">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4"/>
              <p:cNvSpPr/>
              <p:nvPr/>
            </p:nvSpPr>
            <p:spPr>
              <a:xfrm>
                <a:off x="2627350" y="2303600"/>
                <a:ext cx="1638525" cy="516475"/>
              </a:xfrm>
              <a:custGeom>
                <a:avLst/>
                <a:gdLst/>
                <a:ahLst/>
                <a:cxnLst/>
                <a:rect l="l" t="t" r="r" b="b"/>
                <a:pathLst>
                  <a:path w="65541" h="20659" extrusionOk="0">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a:off x="2216225" y="2328550"/>
                <a:ext cx="1225450" cy="460250"/>
              </a:xfrm>
              <a:custGeom>
                <a:avLst/>
                <a:gdLst/>
                <a:ahLst/>
                <a:cxnLst/>
                <a:rect l="l" t="t" r="r" b="b"/>
                <a:pathLst>
                  <a:path w="49018" h="18410" extrusionOk="0">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4"/>
              <p:cNvSpPr/>
              <p:nvPr/>
            </p:nvSpPr>
            <p:spPr>
              <a:xfrm>
                <a:off x="2338600" y="2308750"/>
                <a:ext cx="1145850" cy="383400"/>
              </a:xfrm>
              <a:custGeom>
                <a:avLst/>
                <a:gdLst/>
                <a:ahLst/>
                <a:cxnLst/>
                <a:rect l="l" t="t" r="r" b="b"/>
                <a:pathLst>
                  <a:path w="45834" h="15336" extrusionOk="0">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a:off x="2270875" y="2288925"/>
                <a:ext cx="1995000" cy="386200"/>
              </a:xfrm>
              <a:custGeom>
                <a:avLst/>
                <a:gdLst/>
                <a:ahLst/>
                <a:cxnLst/>
                <a:rect l="l" t="t" r="r" b="b"/>
                <a:pathLst>
                  <a:path w="79800" h="15448" extrusionOk="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4"/>
              <p:cNvSpPr/>
              <p:nvPr/>
            </p:nvSpPr>
            <p:spPr>
              <a:xfrm>
                <a:off x="2607925" y="2239425"/>
                <a:ext cx="850775" cy="188150"/>
              </a:xfrm>
              <a:custGeom>
                <a:avLst/>
                <a:gdLst/>
                <a:ahLst/>
                <a:cxnLst/>
                <a:rect l="l" t="t" r="r" b="b"/>
                <a:pathLst>
                  <a:path w="34031" h="7526" extrusionOk="0">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p:nvPr/>
            </p:nvSpPr>
            <p:spPr>
              <a:xfrm>
                <a:off x="2686750" y="2749175"/>
                <a:ext cx="134675" cy="49125"/>
              </a:xfrm>
              <a:custGeom>
                <a:avLst/>
                <a:gdLst/>
                <a:ahLst/>
                <a:cxnLst/>
                <a:rect l="l" t="t" r="r" b="b"/>
                <a:pathLst>
                  <a:path w="5387" h="1965" extrusionOk="0">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4"/>
              <p:cNvSpPr/>
              <p:nvPr/>
            </p:nvSpPr>
            <p:spPr>
              <a:xfrm>
                <a:off x="3467400" y="217645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4"/>
              <p:cNvSpPr/>
              <p:nvPr/>
            </p:nvSpPr>
            <p:spPr>
              <a:xfrm>
                <a:off x="2234450" y="2646575"/>
                <a:ext cx="46750" cy="46775"/>
              </a:xfrm>
              <a:custGeom>
                <a:avLst/>
                <a:gdLst/>
                <a:ahLst/>
                <a:cxnLst/>
                <a:rect l="l" t="t" r="r" b="b"/>
                <a:pathLst>
                  <a:path w="1870" h="1871" extrusionOk="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a:off x="2175025" y="2735700"/>
                <a:ext cx="46775" cy="46750"/>
              </a:xfrm>
              <a:custGeom>
                <a:avLst/>
                <a:gdLst/>
                <a:ahLst/>
                <a:cxnLst/>
                <a:rect l="l" t="t" r="r" b="b"/>
                <a:pathLst>
                  <a:path w="1871" h="1870" extrusionOk="0">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a:off x="2502175" y="2587175"/>
                <a:ext cx="46375" cy="46750"/>
              </a:xfrm>
              <a:custGeom>
                <a:avLst/>
                <a:gdLst/>
                <a:ahLst/>
                <a:cxnLst/>
                <a:rect l="l" t="t" r="r" b="b"/>
                <a:pathLst>
                  <a:path w="1855" h="1870" extrusionOk="0">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4"/>
              <p:cNvSpPr/>
              <p:nvPr/>
            </p:nvSpPr>
            <p:spPr>
              <a:xfrm>
                <a:off x="2774275" y="2309925"/>
                <a:ext cx="46775" cy="46775"/>
              </a:xfrm>
              <a:custGeom>
                <a:avLst/>
                <a:gdLst/>
                <a:ahLst/>
                <a:cxnLst/>
                <a:rect l="l" t="t" r="r" b="b"/>
                <a:pathLst>
                  <a:path w="1871" h="1871" extrusionOk="0">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4"/>
              <p:cNvSpPr/>
              <p:nvPr/>
            </p:nvSpPr>
            <p:spPr>
              <a:xfrm>
                <a:off x="2803975" y="2780450"/>
                <a:ext cx="46775" cy="46375"/>
              </a:xfrm>
              <a:custGeom>
                <a:avLst/>
                <a:gdLst/>
                <a:ahLst/>
                <a:cxnLst/>
                <a:rect l="l" t="t" r="r" b="b"/>
                <a:pathLst>
                  <a:path w="1871" h="1855" extrusionOk="0">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4"/>
              <p:cNvSpPr/>
              <p:nvPr/>
            </p:nvSpPr>
            <p:spPr>
              <a:xfrm>
                <a:off x="3462250" y="2334875"/>
                <a:ext cx="46750" cy="46375"/>
              </a:xfrm>
              <a:custGeom>
                <a:avLst/>
                <a:gdLst/>
                <a:ahLst/>
                <a:cxnLst/>
                <a:rect l="l" t="t" r="r" b="b"/>
                <a:pathLst>
                  <a:path w="1870" h="1855" extrusionOk="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4"/>
              <p:cNvSpPr/>
              <p:nvPr/>
            </p:nvSpPr>
            <p:spPr>
              <a:xfrm>
                <a:off x="3165600" y="2141600"/>
                <a:ext cx="46350" cy="46750"/>
              </a:xfrm>
              <a:custGeom>
                <a:avLst/>
                <a:gdLst/>
                <a:ahLst/>
                <a:cxnLst/>
                <a:rect l="l" t="t" r="r" b="b"/>
                <a:pathLst>
                  <a:path w="1854" h="1870" extrusionOk="0">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p:nvPr/>
            </p:nvSpPr>
            <p:spPr>
              <a:xfrm>
                <a:off x="2843600" y="2404200"/>
                <a:ext cx="46750" cy="46350"/>
              </a:xfrm>
              <a:custGeom>
                <a:avLst/>
                <a:gdLst/>
                <a:ahLst/>
                <a:cxnLst/>
                <a:rect l="l" t="t" r="r" b="b"/>
                <a:pathLst>
                  <a:path w="1870" h="1854" extrusionOk="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4"/>
              <p:cNvSpPr/>
              <p:nvPr/>
            </p:nvSpPr>
            <p:spPr>
              <a:xfrm>
                <a:off x="2249500" y="248340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4"/>
              <p:cNvSpPr/>
              <p:nvPr/>
            </p:nvSpPr>
            <p:spPr>
              <a:xfrm>
                <a:off x="2864575" y="2111500"/>
                <a:ext cx="217075" cy="25375"/>
              </a:xfrm>
              <a:custGeom>
                <a:avLst/>
                <a:gdLst/>
                <a:ahLst/>
                <a:cxnLst/>
                <a:rect l="l" t="t" r="r" b="b"/>
                <a:pathLst>
                  <a:path w="8683" h="1015" extrusionOk="0">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4"/>
              <p:cNvSpPr/>
              <p:nvPr/>
            </p:nvSpPr>
            <p:spPr>
              <a:xfrm>
                <a:off x="3067775" y="2079025"/>
                <a:ext cx="46750" cy="46350"/>
              </a:xfrm>
              <a:custGeom>
                <a:avLst/>
                <a:gdLst/>
                <a:ahLst/>
                <a:cxnLst/>
                <a:rect l="l" t="t" r="r" b="b"/>
                <a:pathLst>
                  <a:path w="1870" h="1854" extrusionOk="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4"/>
              <p:cNvSpPr/>
              <p:nvPr/>
            </p:nvSpPr>
            <p:spPr>
              <a:xfrm>
                <a:off x="2827750" y="2071900"/>
                <a:ext cx="51500" cy="51500"/>
              </a:xfrm>
              <a:custGeom>
                <a:avLst/>
                <a:gdLst/>
                <a:ahLst/>
                <a:cxnLst/>
                <a:rect l="l" t="t" r="r" b="b"/>
                <a:pathLst>
                  <a:path w="2060" h="2060" extrusionOk="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4"/>
              <p:cNvSpPr/>
              <p:nvPr/>
            </p:nvSpPr>
            <p:spPr>
              <a:xfrm>
                <a:off x="3261825" y="2119425"/>
                <a:ext cx="51525" cy="51500"/>
              </a:xfrm>
              <a:custGeom>
                <a:avLst/>
                <a:gdLst/>
                <a:ahLst/>
                <a:cxnLst/>
                <a:rect l="l" t="t" r="r" b="b"/>
                <a:pathLst>
                  <a:path w="2061" h="2060" extrusionOk="0">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a:off x="3004400" y="2223575"/>
                <a:ext cx="51500" cy="51525"/>
              </a:xfrm>
              <a:custGeom>
                <a:avLst/>
                <a:gdLst/>
                <a:ahLst/>
                <a:cxnLst/>
                <a:rect l="l" t="t" r="r" b="b"/>
                <a:pathLst>
                  <a:path w="2060" h="2061" extrusionOk="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4"/>
              <p:cNvSpPr/>
              <p:nvPr/>
            </p:nvSpPr>
            <p:spPr>
              <a:xfrm>
                <a:off x="2301375" y="2683825"/>
                <a:ext cx="51525" cy="51500"/>
              </a:xfrm>
              <a:custGeom>
                <a:avLst/>
                <a:gdLst/>
                <a:ahLst/>
                <a:cxnLst/>
                <a:rect l="l" t="t" r="r" b="b"/>
                <a:pathLst>
                  <a:path w="2061" h="2060" extrusionOk="0">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4"/>
              <p:cNvSpPr/>
              <p:nvPr/>
            </p:nvSpPr>
            <p:spPr>
              <a:xfrm>
                <a:off x="2133050" y="2456075"/>
                <a:ext cx="51525" cy="51525"/>
              </a:xfrm>
              <a:custGeom>
                <a:avLst/>
                <a:gdLst/>
                <a:ahLst/>
                <a:cxnLst/>
                <a:rect l="l" t="t" r="r" b="b"/>
                <a:pathLst>
                  <a:path w="2061" h="2061" extrusionOk="0">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4"/>
              <p:cNvSpPr/>
              <p:nvPr/>
            </p:nvSpPr>
            <p:spPr>
              <a:xfrm>
                <a:off x="2603575" y="2817275"/>
                <a:ext cx="51525" cy="51925"/>
              </a:xfrm>
              <a:custGeom>
                <a:avLst/>
                <a:gdLst/>
                <a:ahLst/>
                <a:cxnLst/>
                <a:rect l="l" t="t" r="r" b="b"/>
                <a:pathLst>
                  <a:path w="2061" h="2077" extrusionOk="0">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4"/>
              <p:cNvSpPr/>
              <p:nvPr/>
            </p:nvSpPr>
            <p:spPr>
              <a:xfrm>
                <a:off x="2647925" y="2782825"/>
                <a:ext cx="51525" cy="51525"/>
              </a:xfrm>
              <a:custGeom>
                <a:avLst/>
                <a:gdLst/>
                <a:ahLst/>
                <a:cxnLst/>
                <a:rect l="l" t="t" r="r" b="b"/>
                <a:pathLst>
                  <a:path w="2061" h="2061" extrusionOk="0">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4"/>
              <p:cNvSpPr/>
              <p:nvPr/>
            </p:nvSpPr>
            <p:spPr>
              <a:xfrm>
                <a:off x="3964850" y="2084975"/>
                <a:ext cx="51500" cy="51500"/>
              </a:xfrm>
              <a:custGeom>
                <a:avLst/>
                <a:gdLst/>
                <a:ahLst/>
                <a:cxnLst/>
                <a:rect l="l" t="t" r="r" b="b"/>
                <a:pathLst>
                  <a:path w="2060" h="2060" extrusionOk="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12" name="Google Shape;112;p4"/>
            <p:cNvPicPr preferRelativeResize="0"/>
            <p:nvPr/>
          </p:nvPicPr>
          <p:blipFill>
            <a:blip r:embed="rId3">
              <a:alphaModFix amt="40000"/>
            </a:blip>
            <a:stretch>
              <a:fillRect/>
            </a:stretch>
          </p:blipFill>
          <p:spPr>
            <a:xfrm>
              <a:off x="7378900" y="4114700"/>
              <a:ext cx="1177350" cy="1177350"/>
            </a:xfrm>
            <a:prstGeom prst="rect">
              <a:avLst/>
            </a:prstGeom>
            <a:noFill/>
            <a:ln>
              <a:noFill/>
            </a:ln>
          </p:spPr>
        </p:pic>
        <p:pic>
          <p:nvPicPr>
            <p:cNvPr id="113" name="Google Shape;113;p4"/>
            <p:cNvPicPr preferRelativeResize="0"/>
            <p:nvPr/>
          </p:nvPicPr>
          <p:blipFill>
            <a:blip r:embed="rId3">
              <a:alphaModFix amt="40000"/>
            </a:blip>
            <a:stretch>
              <a:fillRect/>
            </a:stretch>
          </p:blipFill>
          <p:spPr>
            <a:xfrm>
              <a:off x="8367650" y="3638900"/>
              <a:ext cx="1177350" cy="1177350"/>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4"/>
        <p:cNvGrpSpPr/>
        <p:nvPr/>
      </p:nvGrpSpPr>
      <p:grpSpPr>
        <a:xfrm>
          <a:off x="0" y="0"/>
          <a:ext cx="0" cy="0"/>
          <a:chOff x="0" y="0"/>
          <a:chExt cx="0" cy="0"/>
        </a:xfrm>
      </p:grpSpPr>
      <p:pic>
        <p:nvPicPr>
          <p:cNvPr id="115" name="Google Shape;115;p5"/>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116" name="Google Shape;116;p5"/>
          <p:cNvSpPr txBox="1">
            <a:spLocks noGrp="1"/>
          </p:cNvSpPr>
          <p:nvPr>
            <p:ph type="subTitle" idx="1"/>
          </p:nvPr>
        </p:nvSpPr>
        <p:spPr>
          <a:xfrm>
            <a:off x="1363388" y="2048300"/>
            <a:ext cx="3001500" cy="48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117" name="Google Shape;117;p5"/>
          <p:cNvSpPr txBox="1">
            <a:spLocks noGrp="1"/>
          </p:cNvSpPr>
          <p:nvPr>
            <p:ph type="subTitle" idx="2"/>
          </p:nvPr>
        </p:nvSpPr>
        <p:spPr>
          <a:xfrm>
            <a:off x="4779112" y="2048300"/>
            <a:ext cx="3001500" cy="48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118" name="Google Shape;118;p5"/>
          <p:cNvSpPr txBox="1">
            <a:spLocks noGrp="1"/>
          </p:cNvSpPr>
          <p:nvPr>
            <p:ph type="subTitle" idx="3"/>
          </p:nvPr>
        </p:nvSpPr>
        <p:spPr>
          <a:xfrm>
            <a:off x="1363388" y="2535500"/>
            <a:ext cx="3001500" cy="131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9" name="Google Shape;119;p5"/>
          <p:cNvSpPr txBox="1">
            <a:spLocks noGrp="1"/>
          </p:cNvSpPr>
          <p:nvPr>
            <p:ph type="subTitle" idx="4"/>
          </p:nvPr>
        </p:nvSpPr>
        <p:spPr>
          <a:xfrm>
            <a:off x="4779110" y="2535500"/>
            <a:ext cx="3001500" cy="131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0" name="Google Shape;12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21" name="Google Shape;121;p5"/>
          <p:cNvGrpSpPr/>
          <p:nvPr/>
        </p:nvGrpSpPr>
        <p:grpSpPr>
          <a:xfrm>
            <a:off x="-500554" y="-1910625"/>
            <a:ext cx="1580562" cy="3381325"/>
            <a:chOff x="-500554" y="-1910625"/>
            <a:chExt cx="1580562" cy="3381325"/>
          </a:xfrm>
        </p:grpSpPr>
        <p:grpSp>
          <p:nvGrpSpPr>
            <p:cNvPr id="122" name="Google Shape;122;p5"/>
            <p:cNvGrpSpPr/>
            <p:nvPr/>
          </p:nvGrpSpPr>
          <p:grpSpPr>
            <a:xfrm rot="5400000" flipH="1">
              <a:off x="-1326644" y="-1084534"/>
              <a:ext cx="3232743" cy="1580562"/>
              <a:chOff x="2191675" y="4192425"/>
              <a:chExt cx="1929650" cy="943450"/>
            </a:xfrm>
          </p:grpSpPr>
          <p:sp>
            <p:nvSpPr>
              <p:cNvPr id="123" name="Google Shape;123;p5"/>
              <p:cNvSpPr/>
              <p:nvPr/>
            </p:nvSpPr>
            <p:spPr>
              <a:xfrm>
                <a:off x="3010325" y="4489875"/>
                <a:ext cx="870175" cy="445600"/>
              </a:xfrm>
              <a:custGeom>
                <a:avLst/>
                <a:gdLst/>
                <a:ahLst/>
                <a:cxnLst/>
                <a:rect l="l" t="t" r="r" b="b"/>
                <a:pathLst>
                  <a:path w="34807" h="17824" extrusionOk="0">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2475650" y="4495025"/>
                <a:ext cx="359650" cy="139025"/>
              </a:xfrm>
              <a:custGeom>
                <a:avLst/>
                <a:gdLst/>
                <a:ahLst/>
                <a:cxnLst/>
                <a:rect l="l" t="t" r="r" b="b"/>
                <a:pathLst>
                  <a:path w="14386" h="5561" extrusionOk="0">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2605950" y="4534625"/>
                <a:ext cx="1219125" cy="460250"/>
              </a:xfrm>
              <a:custGeom>
                <a:avLst/>
                <a:gdLst/>
                <a:ahLst/>
                <a:cxnLst/>
                <a:rect l="l" t="t" r="r" b="b"/>
                <a:pathLst>
                  <a:path w="48765" h="18410" extrusionOk="0">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2722000" y="4631650"/>
                <a:ext cx="1145050" cy="383025"/>
              </a:xfrm>
              <a:custGeom>
                <a:avLst/>
                <a:gdLst/>
                <a:ahLst/>
                <a:cxnLst/>
                <a:rect l="l" t="t" r="r" b="b"/>
                <a:pathLst>
                  <a:path w="45802" h="15321" extrusionOk="0">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2660600" y="4648300"/>
                <a:ext cx="1412000" cy="386175"/>
              </a:xfrm>
              <a:custGeom>
                <a:avLst/>
                <a:gdLst/>
                <a:ahLst/>
                <a:cxnLst/>
                <a:rect l="l" t="t" r="r" b="b"/>
                <a:pathLst>
                  <a:path w="56480" h="15447" extrusionOk="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2990525" y="4905725"/>
                <a:ext cx="533525" cy="192525"/>
              </a:xfrm>
              <a:custGeom>
                <a:avLst/>
                <a:gdLst/>
                <a:ahLst/>
                <a:cxnLst/>
                <a:rect l="l" t="t" r="r" b="b"/>
                <a:pathLst>
                  <a:path w="21341" h="7701" extrusionOk="0">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3253125" y="4895825"/>
                <a:ext cx="692725" cy="168375"/>
              </a:xfrm>
              <a:custGeom>
                <a:avLst/>
                <a:gdLst/>
                <a:ahLst/>
                <a:cxnLst/>
                <a:rect l="l" t="t" r="r" b="b"/>
                <a:pathLst>
                  <a:path w="27709" h="6735" extrusionOk="0">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2990125" y="4451850"/>
                <a:ext cx="46375" cy="46350"/>
              </a:xfrm>
              <a:custGeom>
                <a:avLst/>
                <a:gdLst/>
                <a:ahLst/>
                <a:cxnLst/>
                <a:rect l="l" t="t" r="r" b="b"/>
                <a:pathLst>
                  <a:path w="1855" h="1854" extrusionOk="0">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2430900" y="4535825"/>
                <a:ext cx="46350" cy="46750"/>
              </a:xfrm>
              <a:custGeom>
                <a:avLst/>
                <a:gdLst/>
                <a:ahLst/>
                <a:cxnLst/>
                <a:rect l="l" t="t" r="r" b="b"/>
                <a:pathLst>
                  <a:path w="1854" h="1870" extrusionOk="0">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3846425" y="4937025"/>
                <a:ext cx="46750" cy="46375"/>
              </a:xfrm>
              <a:custGeom>
                <a:avLst/>
                <a:gdLst/>
                <a:ahLst/>
                <a:cxnLst/>
                <a:rect l="l" t="t" r="r" b="b"/>
                <a:pathLst>
                  <a:path w="1870" h="1855" extrusionOk="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3227775" y="4877625"/>
                <a:ext cx="46375" cy="46350"/>
              </a:xfrm>
              <a:custGeom>
                <a:avLst/>
                <a:gdLst/>
                <a:ahLst/>
                <a:cxnLst/>
                <a:rect l="l" t="t" r="r" b="b"/>
                <a:pathLst>
                  <a:path w="1855"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3514925" y="5089500"/>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2891125" y="4689475"/>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2816650" y="4610275"/>
                <a:ext cx="46775" cy="46350"/>
              </a:xfrm>
              <a:custGeom>
                <a:avLst/>
                <a:gdLst/>
                <a:ahLst/>
                <a:cxnLst/>
                <a:rect l="l" t="t" r="r" b="b"/>
                <a:pathLst>
                  <a:path w="1871" h="1854" extrusionOk="0">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2556850" y="4543350"/>
                <a:ext cx="51500" cy="51500"/>
              </a:xfrm>
              <a:custGeom>
                <a:avLst/>
                <a:gdLst/>
                <a:ahLst/>
                <a:cxnLst/>
                <a:rect l="l" t="t" r="r" b="b"/>
                <a:pathLst>
                  <a:path w="2060" h="2060" extrusionOk="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2611500" y="4627700"/>
                <a:ext cx="51500" cy="51525"/>
              </a:xfrm>
              <a:custGeom>
                <a:avLst/>
                <a:gdLst/>
                <a:ahLst/>
                <a:cxnLst/>
                <a:rect l="l" t="t" r="r" b="b"/>
                <a:pathLst>
                  <a:path w="2060" h="2061" extrusionOk="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2685550" y="4588100"/>
                <a:ext cx="51525" cy="51500"/>
              </a:xfrm>
              <a:custGeom>
                <a:avLst/>
                <a:gdLst/>
                <a:ahLst/>
                <a:cxnLst/>
                <a:rect l="l" t="t" r="r" b="b"/>
                <a:pathLst>
                  <a:path w="2061" h="2060" extrusionOk="0">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3150925" y="4949300"/>
                <a:ext cx="51525" cy="51525"/>
              </a:xfrm>
              <a:custGeom>
                <a:avLst/>
                <a:gdLst/>
                <a:ahLst/>
                <a:cxnLst/>
                <a:rect l="l" t="t" r="r" b="b"/>
                <a:pathLst>
                  <a:path w="2061" h="2061" extrusionOk="0">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4069800" y="5006350"/>
                <a:ext cx="51525" cy="51500"/>
              </a:xfrm>
              <a:custGeom>
                <a:avLst/>
                <a:gdLst/>
                <a:ahLst/>
                <a:cxnLst/>
                <a:rect l="l" t="t" r="r" b="b"/>
                <a:pathLst>
                  <a:path w="2061" h="2060" extrusionOk="0">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3942675" y="5040800"/>
                <a:ext cx="51500" cy="51500"/>
              </a:xfrm>
              <a:custGeom>
                <a:avLst/>
                <a:gdLst/>
                <a:ahLst/>
                <a:cxnLst/>
                <a:rect l="l" t="t" r="r" b="b"/>
                <a:pathLst>
                  <a:path w="2060" h="2060" extrusionOk="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3877325" y="4843550"/>
                <a:ext cx="51500" cy="51525"/>
              </a:xfrm>
              <a:custGeom>
                <a:avLst/>
                <a:gdLst/>
                <a:ahLst/>
                <a:cxnLst/>
                <a:rect l="l" t="t" r="r" b="b"/>
                <a:pathLst>
                  <a:path w="2060" h="2061" extrusionOk="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2432875" y="4392825"/>
                <a:ext cx="869775" cy="445600"/>
              </a:xfrm>
              <a:custGeom>
                <a:avLst/>
                <a:gdLst/>
                <a:ahLst/>
                <a:cxnLst/>
                <a:rect l="l" t="t" r="r" b="b"/>
                <a:pathLst>
                  <a:path w="34791" h="17824" extrusionOk="0">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3477700" y="4694250"/>
                <a:ext cx="359650" cy="139425"/>
              </a:xfrm>
              <a:custGeom>
                <a:avLst/>
                <a:gdLst/>
                <a:ahLst/>
                <a:cxnLst/>
                <a:rect l="l" t="t" r="r" b="b"/>
                <a:pathLst>
                  <a:path w="14386" h="5577" extrusionOk="0">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2488325" y="4333425"/>
                <a:ext cx="1218700" cy="460650"/>
              </a:xfrm>
              <a:custGeom>
                <a:avLst/>
                <a:gdLst/>
                <a:ahLst/>
                <a:cxnLst/>
                <a:rect l="l" t="t" r="r" b="b"/>
                <a:pathLst>
                  <a:path w="48748" h="18426" extrusionOk="0">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2445950" y="4313625"/>
                <a:ext cx="1144650" cy="383400"/>
              </a:xfrm>
              <a:custGeom>
                <a:avLst/>
                <a:gdLst/>
                <a:ahLst/>
                <a:cxnLst/>
                <a:rect l="l" t="t" r="r" b="b"/>
                <a:pathLst>
                  <a:path w="45786" h="15336" extrusionOk="0">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2240775" y="4293825"/>
                <a:ext cx="1412000" cy="386175"/>
              </a:xfrm>
              <a:custGeom>
                <a:avLst/>
                <a:gdLst/>
                <a:ahLst/>
                <a:cxnLst/>
                <a:rect l="l" t="t" r="r" b="b"/>
                <a:pathLst>
                  <a:path w="56480" h="15447" extrusionOk="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2789325" y="4230050"/>
                <a:ext cx="532725" cy="192525"/>
              </a:xfrm>
              <a:custGeom>
                <a:avLst/>
                <a:gdLst/>
                <a:ahLst/>
                <a:cxnLst/>
                <a:rect l="l" t="t" r="r" b="b"/>
                <a:pathLst>
                  <a:path w="21309" h="7701" extrusionOk="0">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2367525" y="4264100"/>
                <a:ext cx="692350" cy="168375"/>
              </a:xfrm>
              <a:custGeom>
                <a:avLst/>
                <a:gdLst/>
                <a:ahLst/>
                <a:cxnLst/>
                <a:rect l="l" t="t" r="r" b="b"/>
                <a:pathLst>
                  <a:path w="27694" h="6735" extrusionOk="0">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3275700" y="4830100"/>
                <a:ext cx="46750" cy="46350"/>
              </a:xfrm>
              <a:custGeom>
                <a:avLst/>
                <a:gdLst/>
                <a:ahLst/>
                <a:cxnLst/>
                <a:rect l="l" t="t" r="r" b="b"/>
                <a:pathLst>
                  <a:path w="1870" h="1854" extrusionOk="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3835325" y="4745725"/>
                <a:ext cx="46375" cy="46750"/>
              </a:xfrm>
              <a:custGeom>
                <a:avLst/>
                <a:gdLst/>
                <a:ahLst/>
                <a:cxnLst/>
                <a:rect l="l" t="t" r="r" b="b"/>
                <a:pathLst>
                  <a:path w="1855" h="1870" extrusionOk="0">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2419400" y="4344900"/>
                <a:ext cx="46375" cy="46375"/>
              </a:xfrm>
              <a:custGeom>
                <a:avLst/>
                <a:gdLst/>
                <a:ahLst/>
                <a:cxnLst/>
                <a:rect l="l" t="t" r="r" b="b"/>
                <a:pathLst>
                  <a:path w="1855" h="1855" extrusionOk="0">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3038050" y="4404325"/>
                <a:ext cx="46775" cy="46350"/>
              </a:xfrm>
              <a:custGeom>
                <a:avLst/>
                <a:gdLst/>
                <a:ahLst/>
                <a:cxnLst/>
                <a:rect l="l" t="t" r="r" b="b"/>
                <a:pathLst>
                  <a:path w="1871" h="1854" extrusionOk="0">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2750925" y="4192425"/>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3374725" y="4592450"/>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3449175" y="4671675"/>
                <a:ext cx="46375" cy="46350"/>
              </a:xfrm>
              <a:custGeom>
                <a:avLst/>
                <a:gdLst/>
                <a:ahLst/>
                <a:cxnLst/>
                <a:rect l="l" t="t" r="r" b="b"/>
                <a:pathLst>
                  <a:path w="1855" h="1854" extrusionOk="0">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3704250" y="4733450"/>
                <a:ext cx="51500" cy="51500"/>
              </a:xfrm>
              <a:custGeom>
                <a:avLst/>
                <a:gdLst/>
                <a:ahLst/>
                <a:cxnLst/>
                <a:rect l="l" t="t" r="r" b="b"/>
                <a:pathLst>
                  <a:path w="2060" h="2060" extrusionOk="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3649575" y="4649075"/>
                <a:ext cx="51525" cy="51925"/>
              </a:xfrm>
              <a:custGeom>
                <a:avLst/>
                <a:gdLst/>
                <a:ahLst/>
                <a:cxnLst/>
                <a:rect l="l" t="t" r="r" b="b"/>
                <a:pathLst>
                  <a:path w="2061" h="2077" extrusionOk="0">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3575525" y="4688700"/>
                <a:ext cx="51500" cy="51900"/>
              </a:xfrm>
              <a:custGeom>
                <a:avLst/>
                <a:gdLst/>
                <a:ahLst/>
                <a:cxnLst/>
                <a:rect l="l" t="t" r="r" b="b"/>
                <a:pathLst>
                  <a:path w="2060" h="2076" extrusionOk="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3110150" y="4327475"/>
                <a:ext cx="51500" cy="51525"/>
              </a:xfrm>
              <a:custGeom>
                <a:avLst/>
                <a:gdLst/>
                <a:ahLst/>
                <a:cxnLst/>
                <a:rect l="l" t="t" r="r" b="b"/>
                <a:pathLst>
                  <a:path w="2060" h="2061" extrusionOk="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2191675" y="4270450"/>
                <a:ext cx="51500" cy="51500"/>
              </a:xfrm>
              <a:custGeom>
                <a:avLst/>
                <a:gdLst/>
                <a:ahLst/>
                <a:cxnLst/>
                <a:rect l="l" t="t" r="r" b="b"/>
                <a:pathLst>
                  <a:path w="2060" h="2060" extrusionOk="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2318400" y="4236000"/>
                <a:ext cx="51525" cy="51500"/>
              </a:xfrm>
              <a:custGeom>
                <a:avLst/>
                <a:gdLst/>
                <a:ahLst/>
                <a:cxnLst/>
                <a:rect l="l" t="t" r="r" b="b"/>
                <a:pathLst>
                  <a:path w="2061" h="2060" extrusionOk="0">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2383750" y="4433225"/>
                <a:ext cx="51525" cy="51925"/>
              </a:xfrm>
              <a:custGeom>
                <a:avLst/>
                <a:gdLst/>
                <a:ahLst/>
                <a:cxnLst/>
                <a:rect l="l" t="t" r="r" b="b"/>
                <a:pathLst>
                  <a:path w="2061" h="2077" extrusionOk="0">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5" name="Google Shape;165;p5"/>
            <p:cNvPicPr preferRelativeResize="0"/>
            <p:nvPr/>
          </p:nvPicPr>
          <p:blipFill>
            <a:blip r:embed="rId3">
              <a:alphaModFix amt="40000"/>
            </a:blip>
            <a:stretch>
              <a:fillRect/>
            </a:stretch>
          </p:blipFill>
          <p:spPr>
            <a:xfrm>
              <a:off x="-134525" y="293350"/>
              <a:ext cx="1177350" cy="1177350"/>
            </a:xfrm>
            <a:prstGeom prst="rect">
              <a:avLst/>
            </a:prstGeom>
            <a:noFill/>
            <a:ln>
              <a:noFill/>
            </a:ln>
          </p:spPr>
        </p:pic>
      </p:grpSp>
      <p:grpSp>
        <p:nvGrpSpPr>
          <p:cNvPr id="166" name="Google Shape;166;p5"/>
          <p:cNvGrpSpPr/>
          <p:nvPr/>
        </p:nvGrpSpPr>
        <p:grpSpPr>
          <a:xfrm>
            <a:off x="7678750" y="3705625"/>
            <a:ext cx="2067292" cy="3199279"/>
            <a:chOff x="7678750" y="3705625"/>
            <a:chExt cx="2067292" cy="3199279"/>
          </a:xfrm>
        </p:grpSpPr>
        <p:grpSp>
          <p:nvGrpSpPr>
            <p:cNvPr id="167" name="Google Shape;167;p5"/>
            <p:cNvGrpSpPr/>
            <p:nvPr/>
          </p:nvGrpSpPr>
          <p:grpSpPr>
            <a:xfrm rot="5400000" flipH="1">
              <a:off x="7465663" y="4624525"/>
              <a:ext cx="3063126" cy="1497633"/>
              <a:chOff x="2191675" y="4192425"/>
              <a:chExt cx="1929650" cy="943450"/>
            </a:xfrm>
          </p:grpSpPr>
          <p:sp>
            <p:nvSpPr>
              <p:cNvPr id="168" name="Google Shape;168;p5"/>
              <p:cNvSpPr/>
              <p:nvPr/>
            </p:nvSpPr>
            <p:spPr>
              <a:xfrm>
                <a:off x="3010325" y="4489875"/>
                <a:ext cx="870175" cy="445600"/>
              </a:xfrm>
              <a:custGeom>
                <a:avLst/>
                <a:gdLst/>
                <a:ahLst/>
                <a:cxnLst/>
                <a:rect l="l" t="t" r="r" b="b"/>
                <a:pathLst>
                  <a:path w="34807" h="17824" extrusionOk="0">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2475650" y="4495025"/>
                <a:ext cx="359650" cy="139025"/>
              </a:xfrm>
              <a:custGeom>
                <a:avLst/>
                <a:gdLst/>
                <a:ahLst/>
                <a:cxnLst/>
                <a:rect l="l" t="t" r="r" b="b"/>
                <a:pathLst>
                  <a:path w="14386" h="5561" extrusionOk="0">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2605950" y="4534625"/>
                <a:ext cx="1219125" cy="460250"/>
              </a:xfrm>
              <a:custGeom>
                <a:avLst/>
                <a:gdLst/>
                <a:ahLst/>
                <a:cxnLst/>
                <a:rect l="l" t="t" r="r" b="b"/>
                <a:pathLst>
                  <a:path w="48765" h="18410" extrusionOk="0">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2722000" y="4631650"/>
                <a:ext cx="1145050" cy="383025"/>
              </a:xfrm>
              <a:custGeom>
                <a:avLst/>
                <a:gdLst/>
                <a:ahLst/>
                <a:cxnLst/>
                <a:rect l="l" t="t" r="r" b="b"/>
                <a:pathLst>
                  <a:path w="45802" h="15321" extrusionOk="0">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2660600" y="4648300"/>
                <a:ext cx="1412000" cy="386175"/>
              </a:xfrm>
              <a:custGeom>
                <a:avLst/>
                <a:gdLst/>
                <a:ahLst/>
                <a:cxnLst/>
                <a:rect l="l" t="t" r="r" b="b"/>
                <a:pathLst>
                  <a:path w="56480" h="15447" extrusionOk="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2990525" y="4905725"/>
                <a:ext cx="533525" cy="192525"/>
              </a:xfrm>
              <a:custGeom>
                <a:avLst/>
                <a:gdLst/>
                <a:ahLst/>
                <a:cxnLst/>
                <a:rect l="l" t="t" r="r" b="b"/>
                <a:pathLst>
                  <a:path w="21341" h="7701" extrusionOk="0">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3253125" y="4895825"/>
                <a:ext cx="692725" cy="168375"/>
              </a:xfrm>
              <a:custGeom>
                <a:avLst/>
                <a:gdLst/>
                <a:ahLst/>
                <a:cxnLst/>
                <a:rect l="l" t="t" r="r" b="b"/>
                <a:pathLst>
                  <a:path w="27709" h="6735" extrusionOk="0">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2990125" y="4451850"/>
                <a:ext cx="46375" cy="46350"/>
              </a:xfrm>
              <a:custGeom>
                <a:avLst/>
                <a:gdLst/>
                <a:ahLst/>
                <a:cxnLst/>
                <a:rect l="l" t="t" r="r" b="b"/>
                <a:pathLst>
                  <a:path w="1855" h="1854" extrusionOk="0">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2430900" y="4535825"/>
                <a:ext cx="46350" cy="46750"/>
              </a:xfrm>
              <a:custGeom>
                <a:avLst/>
                <a:gdLst/>
                <a:ahLst/>
                <a:cxnLst/>
                <a:rect l="l" t="t" r="r" b="b"/>
                <a:pathLst>
                  <a:path w="1854" h="1870" extrusionOk="0">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3846425" y="4937025"/>
                <a:ext cx="46750" cy="46375"/>
              </a:xfrm>
              <a:custGeom>
                <a:avLst/>
                <a:gdLst/>
                <a:ahLst/>
                <a:cxnLst/>
                <a:rect l="l" t="t" r="r" b="b"/>
                <a:pathLst>
                  <a:path w="1870" h="1855" extrusionOk="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3227775" y="4877625"/>
                <a:ext cx="46375" cy="46350"/>
              </a:xfrm>
              <a:custGeom>
                <a:avLst/>
                <a:gdLst/>
                <a:ahLst/>
                <a:cxnLst/>
                <a:rect l="l" t="t" r="r" b="b"/>
                <a:pathLst>
                  <a:path w="1855"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3514925" y="5089500"/>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891125" y="4689475"/>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2816650" y="4610275"/>
                <a:ext cx="46775" cy="46350"/>
              </a:xfrm>
              <a:custGeom>
                <a:avLst/>
                <a:gdLst/>
                <a:ahLst/>
                <a:cxnLst/>
                <a:rect l="l" t="t" r="r" b="b"/>
                <a:pathLst>
                  <a:path w="1871" h="1854" extrusionOk="0">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2556850" y="4543350"/>
                <a:ext cx="51500" cy="51500"/>
              </a:xfrm>
              <a:custGeom>
                <a:avLst/>
                <a:gdLst/>
                <a:ahLst/>
                <a:cxnLst/>
                <a:rect l="l" t="t" r="r" b="b"/>
                <a:pathLst>
                  <a:path w="2060" h="2060" extrusionOk="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
              <p:cNvSpPr/>
              <p:nvPr/>
            </p:nvSpPr>
            <p:spPr>
              <a:xfrm>
                <a:off x="2611500" y="4627700"/>
                <a:ext cx="51500" cy="51525"/>
              </a:xfrm>
              <a:custGeom>
                <a:avLst/>
                <a:gdLst/>
                <a:ahLst/>
                <a:cxnLst/>
                <a:rect l="l" t="t" r="r" b="b"/>
                <a:pathLst>
                  <a:path w="2060" h="2061" extrusionOk="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2685550" y="4588100"/>
                <a:ext cx="51525" cy="51500"/>
              </a:xfrm>
              <a:custGeom>
                <a:avLst/>
                <a:gdLst/>
                <a:ahLst/>
                <a:cxnLst/>
                <a:rect l="l" t="t" r="r" b="b"/>
                <a:pathLst>
                  <a:path w="2061" h="2060" extrusionOk="0">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p:nvPr/>
            </p:nvSpPr>
            <p:spPr>
              <a:xfrm>
                <a:off x="3150925" y="4949300"/>
                <a:ext cx="51525" cy="51525"/>
              </a:xfrm>
              <a:custGeom>
                <a:avLst/>
                <a:gdLst/>
                <a:ahLst/>
                <a:cxnLst/>
                <a:rect l="l" t="t" r="r" b="b"/>
                <a:pathLst>
                  <a:path w="2061" h="2061" extrusionOk="0">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5"/>
              <p:cNvSpPr/>
              <p:nvPr/>
            </p:nvSpPr>
            <p:spPr>
              <a:xfrm>
                <a:off x="4069800" y="5006350"/>
                <a:ext cx="51525" cy="51500"/>
              </a:xfrm>
              <a:custGeom>
                <a:avLst/>
                <a:gdLst/>
                <a:ahLst/>
                <a:cxnLst/>
                <a:rect l="l" t="t" r="r" b="b"/>
                <a:pathLst>
                  <a:path w="2061" h="2060" extrusionOk="0">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3942675" y="5040800"/>
                <a:ext cx="51500" cy="51500"/>
              </a:xfrm>
              <a:custGeom>
                <a:avLst/>
                <a:gdLst/>
                <a:ahLst/>
                <a:cxnLst/>
                <a:rect l="l" t="t" r="r" b="b"/>
                <a:pathLst>
                  <a:path w="2060" h="2060" extrusionOk="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3877325" y="4843550"/>
                <a:ext cx="51500" cy="51525"/>
              </a:xfrm>
              <a:custGeom>
                <a:avLst/>
                <a:gdLst/>
                <a:ahLst/>
                <a:cxnLst/>
                <a:rect l="l" t="t" r="r" b="b"/>
                <a:pathLst>
                  <a:path w="2060" h="2061" extrusionOk="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2432875" y="4392825"/>
                <a:ext cx="869775" cy="445600"/>
              </a:xfrm>
              <a:custGeom>
                <a:avLst/>
                <a:gdLst/>
                <a:ahLst/>
                <a:cxnLst/>
                <a:rect l="l" t="t" r="r" b="b"/>
                <a:pathLst>
                  <a:path w="34791" h="17824" extrusionOk="0">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3477700" y="4694250"/>
                <a:ext cx="359650" cy="139425"/>
              </a:xfrm>
              <a:custGeom>
                <a:avLst/>
                <a:gdLst/>
                <a:ahLst/>
                <a:cxnLst/>
                <a:rect l="l" t="t" r="r" b="b"/>
                <a:pathLst>
                  <a:path w="14386" h="5577" extrusionOk="0">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2488325" y="4333425"/>
                <a:ext cx="1218700" cy="460650"/>
              </a:xfrm>
              <a:custGeom>
                <a:avLst/>
                <a:gdLst/>
                <a:ahLst/>
                <a:cxnLst/>
                <a:rect l="l" t="t" r="r" b="b"/>
                <a:pathLst>
                  <a:path w="48748" h="18426" extrusionOk="0">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5"/>
              <p:cNvSpPr/>
              <p:nvPr/>
            </p:nvSpPr>
            <p:spPr>
              <a:xfrm>
                <a:off x="2445950" y="4313625"/>
                <a:ext cx="1144650" cy="383400"/>
              </a:xfrm>
              <a:custGeom>
                <a:avLst/>
                <a:gdLst/>
                <a:ahLst/>
                <a:cxnLst/>
                <a:rect l="l" t="t" r="r" b="b"/>
                <a:pathLst>
                  <a:path w="45786" h="15336" extrusionOk="0">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5"/>
              <p:cNvSpPr/>
              <p:nvPr/>
            </p:nvSpPr>
            <p:spPr>
              <a:xfrm>
                <a:off x="2240775" y="4293825"/>
                <a:ext cx="1412000" cy="386175"/>
              </a:xfrm>
              <a:custGeom>
                <a:avLst/>
                <a:gdLst/>
                <a:ahLst/>
                <a:cxnLst/>
                <a:rect l="l" t="t" r="r" b="b"/>
                <a:pathLst>
                  <a:path w="56480" h="15447" extrusionOk="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p:nvPr/>
            </p:nvSpPr>
            <p:spPr>
              <a:xfrm>
                <a:off x="2789325" y="4230050"/>
                <a:ext cx="532725" cy="192525"/>
              </a:xfrm>
              <a:custGeom>
                <a:avLst/>
                <a:gdLst/>
                <a:ahLst/>
                <a:cxnLst/>
                <a:rect l="l" t="t" r="r" b="b"/>
                <a:pathLst>
                  <a:path w="21309" h="7701" extrusionOk="0">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a:off x="2367525" y="4264100"/>
                <a:ext cx="692350" cy="168375"/>
              </a:xfrm>
              <a:custGeom>
                <a:avLst/>
                <a:gdLst/>
                <a:ahLst/>
                <a:cxnLst/>
                <a:rect l="l" t="t" r="r" b="b"/>
                <a:pathLst>
                  <a:path w="27694" h="6735" extrusionOk="0">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3275700" y="4830100"/>
                <a:ext cx="46750" cy="46350"/>
              </a:xfrm>
              <a:custGeom>
                <a:avLst/>
                <a:gdLst/>
                <a:ahLst/>
                <a:cxnLst/>
                <a:rect l="l" t="t" r="r" b="b"/>
                <a:pathLst>
                  <a:path w="1870" h="1854" extrusionOk="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5"/>
              <p:cNvSpPr/>
              <p:nvPr/>
            </p:nvSpPr>
            <p:spPr>
              <a:xfrm>
                <a:off x="3835325" y="4745725"/>
                <a:ext cx="46375" cy="46750"/>
              </a:xfrm>
              <a:custGeom>
                <a:avLst/>
                <a:gdLst/>
                <a:ahLst/>
                <a:cxnLst/>
                <a:rect l="l" t="t" r="r" b="b"/>
                <a:pathLst>
                  <a:path w="1855" h="1870" extrusionOk="0">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5"/>
              <p:cNvSpPr/>
              <p:nvPr/>
            </p:nvSpPr>
            <p:spPr>
              <a:xfrm>
                <a:off x="2419400" y="4344900"/>
                <a:ext cx="46375" cy="46375"/>
              </a:xfrm>
              <a:custGeom>
                <a:avLst/>
                <a:gdLst/>
                <a:ahLst/>
                <a:cxnLst/>
                <a:rect l="l" t="t" r="r" b="b"/>
                <a:pathLst>
                  <a:path w="1855" h="1855" extrusionOk="0">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5"/>
              <p:cNvSpPr/>
              <p:nvPr/>
            </p:nvSpPr>
            <p:spPr>
              <a:xfrm>
                <a:off x="3038050" y="4404325"/>
                <a:ext cx="46775" cy="46350"/>
              </a:xfrm>
              <a:custGeom>
                <a:avLst/>
                <a:gdLst/>
                <a:ahLst/>
                <a:cxnLst/>
                <a:rect l="l" t="t" r="r" b="b"/>
                <a:pathLst>
                  <a:path w="1871" h="1854" extrusionOk="0">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2750925" y="4192425"/>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3374725" y="4592450"/>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3449175" y="4671675"/>
                <a:ext cx="46375" cy="46350"/>
              </a:xfrm>
              <a:custGeom>
                <a:avLst/>
                <a:gdLst/>
                <a:ahLst/>
                <a:cxnLst/>
                <a:rect l="l" t="t" r="r" b="b"/>
                <a:pathLst>
                  <a:path w="1855" h="1854" extrusionOk="0">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3704250" y="4733450"/>
                <a:ext cx="51500" cy="51500"/>
              </a:xfrm>
              <a:custGeom>
                <a:avLst/>
                <a:gdLst/>
                <a:ahLst/>
                <a:cxnLst/>
                <a:rect l="l" t="t" r="r" b="b"/>
                <a:pathLst>
                  <a:path w="2060" h="2060" extrusionOk="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3649575" y="4649075"/>
                <a:ext cx="51525" cy="51925"/>
              </a:xfrm>
              <a:custGeom>
                <a:avLst/>
                <a:gdLst/>
                <a:ahLst/>
                <a:cxnLst/>
                <a:rect l="l" t="t" r="r" b="b"/>
                <a:pathLst>
                  <a:path w="2061" h="2077" extrusionOk="0">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3575525" y="4688700"/>
                <a:ext cx="51500" cy="51900"/>
              </a:xfrm>
              <a:custGeom>
                <a:avLst/>
                <a:gdLst/>
                <a:ahLst/>
                <a:cxnLst/>
                <a:rect l="l" t="t" r="r" b="b"/>
                <a:pathLst>
                  <a:path w="2060" h="2076" extrusionOk="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3110150" y="4327475"/>
                <a:ext cx="51500" cy="51525"/>
              </a:xfrm>
              <a:custGeom>
                <a:avLst/>
                <a:gdLst/>
                <a:ahLst/>
                <a:cxnLst/>
                <a:rect l="l" t="t" r="r" b="b"/>
                <a:pathLst>
                  <a:path w="2060" h="2061" extrusionOk="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5"/>
              <p:cNvSpPr/>
              <p:nvPr/>
            </p:nvSpPr>
            <p:spPr>
              <a:xfrm>
                <a:off x="2191675" y="4270450"/>
                <a:ext cx="51500" cy="51500"/>
              </a:xfrm>
              <a:custGeom>
                <a:avLst/>
                <a:gdLst/>
                <a:ahLst/>
                <a:cxnLst/>
                <a:rect l="l" t="t" r="r" b="b"/>
                <a:pathLst>
                  <a:path w="2060" h="2060" extrusionOk="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a:off x="2318400" y="4236000"/>
                <a:ext cx="51525" cy="51500"/>
              </a:xfrm>
              <a:custGeom>
                <a:avLst/>
                <a:gdLst/>
                <a:ahLst/>
                <a:cxnLst/>
                <a:rect l="l" t="t" r="r" b="b"/>
                <a:pathLst>
                  <a:path w="2061" h="2060" extrusionOk="0">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a:off x="2383750" y="4433225"/>
                <a:ext cx="51525" cy="51925"/>
              </a:xfrm>
              <a:custGeom>
                <a:avLst/>
                <a:gdLst/>
                <a:ahLst/>
                <a:cxnLst/>
                <a:rect l="l" t="t" r="r" b="b"/>
                <a:pathLst>
                  <a:path w="2061" h="2077" extrusionOk="0">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10" name="Google Shape;210;p5"/>
            <p:cNvPicPr preferRelativeResize="0"/>
            <p:nvPr/>
          </p:nvPicPr>
          <p:blipFill>
            <a:blip r:embed="rId3">
              <a:alphaModFix amt="40000"/>
            </a:blip>
            <a:stretch>
              <a:fillRect/>
            </a:stretch>
          </p:blipFill>
          <p:spPr>
            <a:xfrm>
              <a:off x="7678750" y="4166550"/>
              <a:ext cx="1177350" cy="1177350"/>
            </a:xfrm>
            <a:prstGeom prst="rect">
              <a:avLst/>
            </a:prstGeom>
            <a:noFill/>
            <a:ln>
              <a:noFill/>
            </a:ln>
          </p:spPr>
        </p:pic>
        <p:pic>
          <p:nvPicPr>
            <p:cNvPr id="211" name="Google Shape;211;p5"/>
            <p:cNvPicPr preferRelativeResize="0"/>
            <p:nvPr/>
          </p:nvPicPr>
          <p:blipFill>
            <a:blip r:embed="rId3">
              <a:alphaModFix amt="40000"/>
            </a:blip>
            <a:stretch>
              <a:fillRect/>
            </a:stretch>
          </p:blipFill>
          <p:spPr>
            <a:xfrm>
              <a:off x="8194800" y="3705625"/>
              <a:ext cx="1177350" cy="1177350"/>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0"/>
        <p:cNvGrpSpPr/>
        <p:nvPr/>
      </p:nvGrpSpPr>
      <p:grpSpPr>
        <a:xfrm>
          <a:off x="0" y="0"/>
          <a:ext cx="0" cy="0"/>
          <a:chOff x="0" y="0"/>
          <a:chExt cx="0" cy="0"/>
        </a:xfrm>
      </p:grpSpPr>
      <p:pic>
        <p:nvPicPr>
          <p:cNvPr id="251" name="Google Shape;251;p7"/>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252" name="Google Shape;252;p7"/>
          <p:cNvSpPr txBox="1">
            <a:spLocks noGrp="1"/>
          </p:cNvSpPr>
          <p:nvPr>
            <p:ph type="title"/>
          </p:nvPr>
        </p:nvSpPr>
        <p:spPr>
          <a:xfrm>
            <a:off x="3974167" y="788525"/>
            <a:ext cx="4175700" cy="1201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3" name="Google Shape;253;p7"/>
          <p:cNvSpPr txBox="1">
            <a:spLocks noGrp="1"/>
          </p:cNvSpPr>
          <p:nvPr>
            <p:ph type="body" idx="1"/>
          </p:nvPr>
        </p:nvSpPr>
        <p:spPr>
          <a:xfrm>
            <a:off x="3974169" y="1990075"/>
            <a:ext cx="4175700" cy="23649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Open Sans"/>
              <a:buAutoNum type="arabicPeriod"/>
              <a:defRPr/>
            </a:lvl1pPr>
            <a:lvl2pPr marL="914400" lvl="1" indent="-304800" rtl="0">
              <a:lnSpc>
                <a:spcPct val="115000"/>
              </a:lnSpc>
              <a:spcBef>
                <a:spcPts val="1000"/>
              </a:spcBef>
              <a:spcAft>
                <a:spcPts val="0"/>
              </a:spcAft>
              <a:buClr>
                <a:srgbClr val="E76A28"/>
              </a:buClr>
              <a:buSzPts val="1200"/>
              <a:buFont typeface="Nunito Light"/>
              <a:buAutoNum type="alphaLcPeriod"/>
              <a:defRPr/>
            </a:lvl2pPr>
            <a:lvl3pPr marL="1371600" lvl="2" indent="-304800" rtl="0">
              <a:lnSpc>
                <a:spcPct val="115000"/>
              </a:lnSpc>
              <a:spcBef>
                <a:spcPts val="0"/>
              </a:spcBef>
              <a:spcAft>
                <a:spcPts val="0"/>
              </a:spcAft>
              <a:buClr>
                <a:srgbClr val="E76A28"/>
              </a:buClr>
              <a:buSzPts val="1200"/>
              <a:buFont typeface="Nunito Light"/>
              <a:buAutoNum type="romanLcPeriod"/>
              <a:defRPr/>
            </a:lvl3pPr>
            <a:lvl4pPr marL="1828800" lvl="3" indent="-304800" rtl="0">
              <a:lnSpc>
                <a:spcPct val="115000"/>
              </a:lnSpc>
              <a:spcBef>
                <a:spcPts val="0"/>
              </a:spcBef>
              <a:spcAft>
                <a:spcPts val="0"/>
              </a:spcAft>
              <a:buClr>
                <a:srgbClr val="E76A28"/>
              </a:buClr>
              <a:buSzPts val="1200"/>
              <a:buFont typeface="Nunito Light"/>
              <a:buAutoNum type="arabicPeriod"/>
              <a:defRPr/>
            </a:lvl4pPr>
            <a:lvl5pPr marL="2286000" lvl="4" indent="-304800" rtl="0">
              <a:lnSpc>
                <a:spcPct val="115000"/>
              </a:lnSpc>
              <a:spcBef>
                <a:spcPts val="0"/>
              </a:spcBef>
              <a:spcAft>
                <a:spcPts val="0"/>
              </a:spcAft>
              <a:buClr>
                <a:srgbClr val="E76A28"/>
              </a:buClr>
              <a:buSzPts val="1200"/>
              <a:buFont typeface="Nunito Light"/>
              <a:buAutoNum type="alphaLcPeriod"/>
              <a:defRPr/>
            </a:lvl5pPr>
            <a:lvl6pPr marL="2743200" lvl="5" indent="-304800" rtl="0">
              <a:lnSpc>
                <a:spcPct val="115000"/>
              </a:lnSpc>
              <a:spcBef>
                <a:spcPts val="0"/>
              </a:spcBef>
              <a:spcAft>
                <a:spcPts val="0"/>
              </a:spcAft>
              <a:buClr>
                <a:srgbClr val="999999"/>
              </a:buClr>
              <a:buSzPts val="1200"/>
              <a:buFont typeface="Nunito Light"/>
              <a:buAutoNum type="romanLcPeriod"/>
              <a:defRPr/>
            </a:lvl6pPr>
            <a:lvl7pPr marL="3200400" lvl="6" indent="-304800" rtl="0">
              <a:lnSpc>
                <a:spcPct val="115000"/>
              </a:lnSpc>
              <a:spcBef>
                <a:spcPts val="0"/>
              </a:spcBef>
              <a:spcAft>
                <a:spcPts val="0"/>
              </a:spcAft>
              <a:buClr>
                <a:srgbClr val="999999"/>
              </a:buClr>
              <a:buSzPts val="1200"/>
              <a:buFont typeface="Nunito Light"/>
              <a:buAutoNum type="arabicPeriod"/>
              <a:defRPr/>
            </a:lvl7pPr>
            <a:lvl8pPr marL="3657600" lvl="7" indent="-304800" rtl="0">
              <a:lnSpc>
                <a:spcPct val="115000"/>
              </a:lnSpc>
              <a:spcBef>
                <a:spcPts val="0"/>
              </a:spcBef>
              <a:spcAft>
                <a:spcPts val="0"/>
              </a:spcAft>
              <a:buClr>
                <a:srgbClr val="999999"/>
              </a:buClr>
              <a:buSzPts val="1200"/>
              <a:buFont typeface="Nunito Light"/>
              <a:buAutoNum type="alphaLcPeriod"/>
              <a:defRPr/>
            </a:lvl8pPr>
            <a:lvl9pPr marL="4114800" lvl="8" indent="-304800" rtl="0">
              <a:lnSpc>
                <a:spcPct val="115000"/>
              </a:lnSpc>
              <a:spcBef>
                <a:spcPts val="0"/>
              </a:spcBef>
              <a:spcAft>
                <a:spcPts val="0"/>
              </a:spcAft>
              <a:buClr>
                <a:srgbClr val="999999"/>
              </a:buClr>
              <a:buSzPts val="1200"/>
              <a:buFont typeface="Nunito Light"/>
              <a:buAutoNum type="romanLcPeriod"/>
              <a:defRPr/>
            </a:lvl9pPr>
          </a:lstStyle>
          <a:p>
            <a:endParaRPr/>
          </a:p>
        </p:txBody>
      </p:sp>
      <p:sp>
        <p:nvSpPr>
          <p:cNvPr id="254" name="Google Shape;254;p7"/>
          <p:cNvSpPr>
            <a:spLocks noGrp="1"/>
          </p:cNvSpPr>
          <p:nvPr>
            <p:ph type="pic" idx="2"/>
          </p:nvPr>
        </p:nvSpPr>
        <p:spPr>
          <a:xfrm>
            <a:off x="994131" y="694950"/>
            <a:ext cx="2540700" cy="3753600"/>
          </a:xfrm>
          <a:prstGeom prst="rect">
            <a:avLst/>
          </a:prstGeom>
          <a:noFill/>
          <a:ln w="9525" cap="flat" cmpd="sng">
            <a:solidFill>
              <a:schemeClr val="dk1"/>
            </a:solidFill>
            <a:prstDash val="solid"/>
            <a:round/>
            <a:headEnd type="none" w="sm" len="sm"/>
            <a:tailEnd type="none" w="sm" len="sm"/>
          </a:ln>
        </p:spPr>
      </p:sp>
      <p:grpSp>
        <p:nvGrpSpPr>
          <p:cNvPr id="255" name="Google Shape;255;p7"/>
          <p:cNvGrpSpPr/>
          <p:nvPr/>
        </p:nvGrpSpPr>
        <p:grpSpPr>
          <a:xfrm>
            <a:off x="-1776656" y="986429"/>
            <a:ext cx="3025131" cy="1757025"/>
            <a:chOff x="-1776656" y="986429"/>
            <a:chExt cx="3025131" cy="1757025"/>
          </a:xfrm>
        </p:grpSpPr>
        <p:grpSp>
          <p:nvGrpSpPr>
            <p:cNvPr id="256" name="Google Shape;256;p7"/>
            <p:cNvGrpSpPr/>
            <p:nvPr/>
          </p:nvGrpSpPr>
          <p:grpSpPr>
            <a:xfrm>
              <a:off x="-1776656" y="986429"/>
              <a:ext cx="2590356" cy="1757025"/>
              <a:chOff x="-1776656" y="986429"/>
              <a:chExt cx="2590356" cy="1757025"/>
            </a:xfrm>
          </p:grpSpPr>
          <p:grpSp>
            <p:nvGrpSpPr>
              <p:cNvPr id="257" name="Google Shape;257;p7"/>
              <p:cNvGrpSpPr/>
              <p:nvPr/>
            </p:nvGrpSpPr>
            <p:grpSpPr>
              <a:xfrm flipH="1">
                <a:off x="-1776656" y="986429"/>
                <a:ext cx="2590356" cy="1757025"/>
                <a:chOff x="2280775" y="570800"/>
                <a:chExt cx="1702725" cy="1154950"/>
              </a:xfrm>
            </p:grpSpPr>
            <p:sp>
              <p:nvSpPr>
                <p:cNvPr id="258" name="Google Shape;258;p7"/>
                <p:cNvSpPr/>
                <p:nvPr/>
              </p:nvSpPr>
              <p:spPr>
                <a:xfrm>
                  <a:off x="2562775" y="1179175"/>
                  <a:ext cx="1420725" cy="546575"/>
                </a:xfrm>
                <a:custGeom>
                  <a:avLst/>
                  <a:gdLst/>
                  <a:ahLst/>
                  <a:cxnLst/>
                  <a:rect l="l" t="t" r="r" b="b"/>
                  <a:pathLst>
                    <a:path w="56829" h="21863" extrusionOk="0">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7"/>
                <p:cNvSpPr/>
                <p:nvPr/>
              </p:nvSpPr>
              <p:spPr>
                <a:xfrm>
                  <a:off x="2385350" y="1087275"/>
                  <a:ext cx="1598150" cy="574325"/>
                </a:xfrm>
                <a:custGeom>
                  <a:avLst/>
                  <a:gdLst/>
                  <a:ahLst/>
                  <a:cxnLst/>
                  <a:rect l="l" t="t" r="r" b="b"/>
                  <a:pathLst>
                    <a:path w="63926" h="22973" extrusionOk="0">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7"/>
                <p:cNvSpPr/>
                <p:nvPr/>
              </p:nvSpPr>
              <p:spPr>
                <a:xfrm>
                  <a:off x="2329900" y="1057575"/>
                  <a:ext cx="1653600" cy="579075"/>
                </a:xfrm>
                <a:custGeom>
                  <a:avLst/>
                  <a:gdLst/>
                  <a:ahLst/>
                  <a:cxnLst/>
                  <a:rect l="l" t="t" r="r" b="b"/>
                  <a:pathLst>
                    <a:path w="66144" h="23163" extrusionOk="0">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7"/>
                <p:cNvSpPr/>
                <p:nvPr/>
              </p:nvSpPr>
              <p:spPr>
                <a:xfrm>
                  <a:off x="2547725" y="1017975"/>
                  <a:ext cx="1435775" cy="598875"/>
                </a:xfrm>
                <a:custGeom>
                  <a:avLst/>
                  <a:gdLst/>
                  <a:ahLst/>
                  <a:cxnLst/>
                  <a:rect l="l" t="t" r="r" b="b"/>
                  <a:pathLst>
                    <a:path w="57431" h="23955" extrusionOk="0">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7"/>
                <p:cNvSpPr/>
                <p:nvPr/>
              </p:nvSpPr>
              <p:spPr>
                <a:xfrm>
                  <a:off x="2442775" y="978350"/>
                  <a:ext cx="1540725" cy="613925"/>
                </a:xfrm>
                <a:custGeom>
                  <a:avLst/>
                  <a:gdLst/>
                  <a:ahLst/>
                  <a:cxnLst/>
                  <a:rect l="l" t="t" r="r" b="b"/>
                  <a:pathLst>
                    <a:path w="61629" h="24557" extrusionOk="0">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7"/>
                <p:cNvSpPr/>
                <p:nvPr/>
              </p:nvSpPr>
              <p:spPr>
                <a:xfrm>
                  <a:off x="2676850" y="934800"/>
                  <a:ext cx="1306650" cy="637675"/>
                </a:xfrm>
                <a:custGeom>
                  <a:avLst/>
                  <a:gdLst/>
                  <a:ahLst/>
                  <a:cxnLst/>
                  <a:rect l="l" t="t" r="r" b="b"/>
                  <a:pathLst>
                    <a:path w="52266" h="25507" extrusionOk="0">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7"/>
                <p:cNvSpPr/>
                <p:nvPr/>
              </p:nvSpPr>
              <p:spPr>
                <a:xfrm>
                  <a:off x="2508525" y="824675"/>
                  <a:ext cx="1474975" cy="722850"/>
                </a:xfrm>
                <a:custGeom>
                  <a:avLst/>
                  <a:gdLst/>
                  <a:ahLst/>
                  <a:cxnLst/>
                  <a:rect l="l" t="t" r="r" b="b"/>
                  <a:pathLst>
                    <a:path w="58999" h="28914" extrusionOk="0">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7"/>
                <p:cNvSpPr/>
                <p:nvPr/>
              </p:nvSpPr>
              <p:spPr>
                <a:xfrm>
                  <a:off x="2413850" y="804875"/>
                  <a:ext cx="1569650" cy="718100"/>
                </a:xfrm>
                <a:custGeom>
                  <a:avLst/>
                  <a:gdLst/>
                  <a:ahLst/>
                  <a:cxnLst/>
                  <a:rect l="l" t="t" r="r" b="b"/>
                  <a:pathLst>
                    <a:path w="62786" h="28724" extrusionOk="0">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7"/>
                <p:cNvSpPr/>
                <p:nvPr/>
              </p:nvSpPr>
              <p:spPr>
                <a:xfrm>
                  <a:off x="2946975" y="1316600"/>
                  <a:ext cx="1036525" cy="166775"/>
                </a:xfrm>
                <a:custGeom>
                  <a:avLst/>
                  <a:gdLst/>
                  <a:ahLst/>
                  <a:cxnLst/>
                  <a:rect l="l" t="t" r="r" b="b"/>
                  <a:pathLst>
                    <a:path w="41461" h="6671" extrusionOk="0">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7"/>
                <p:cNvSpPr/>
                <p:nvPr/>
              </p:nvSpPr>
              <p:spPr>
                <a:xfrm>
                  <a:off x="2770325" y="666250"/>
                  <a:ext cx="1213175" cy="752550"/>
                </a:xfrm>
                <a:custGeom>
                  <a:avLst/>
                  <a:gdLst/>
                  <a:ahLst/>
                  <a:cxnLst/>
                  <a:rect l="l" t="t" r="r" b="b"/>
                  <a:pathLst>
                    <a:path w="48527" h="30102" extrusionOk="0">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7"/>
                <p:cNvSpPr/>
                <p:nvPr/>
              </p:nvSpPr>
              <p:spPr>
                <a:xfrm>
                  <a:off x="2864575" y="798150"/>
                  <a:ext cx="1118925" cy="606000"/>
                </a:xfrm>
                <a:custGeom>
                  <a:avLst/>
                  <a:gdLst/>
                  <a:ahLst/>
                  <a:cxnLst/>
                  <a:rect l="l" t="t" r="r" b="b"/>
                  <a:pathLst>
                    <a:path w="44757" h="24240" extrusionOk="0">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7"/>
                <p:cNvSpPr/>
                <p:nvPr/>
              </p:nvSpPr>
              <p:spPr>
                <a:xfrm>
                  <a:off x="2857050" y="695175"/>
                  <a:ext cx="1126450" cy="684025"/>
                </a:xfrm>
                <a:custGeom>
                  <a:avLst/>
                  <a:gdLst/>
                  <a:ahLst/>
                  <a:cxnLst/>
                  <a:rect l="l" t="t" r="r" b="b"/>
                  <a:pathLst>
                    <a:path w="45058" h="27361" extrusionOk="0">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7"/>
                <p:cNvSpPr/>
                <p:nvPr/>
              </p:nvSpPr>
              <p:spPr>
                <a:xfrm>
                  <a:off x="2567525" y="596950"/>
                  <a:ext cx="1415975" cy="728000"/>
                </a:xfrm>
                <a:custGeom>
                  <a:avLst/>
                  <a:gdLst/>
                  <a:ahLst/>
                  <a:cxnLst/>
                  <a:rect l="l" t="t" r="r" b="b"/>
                  <a:pathLst>
                    <a:path w="56639" h="29120" extrusionOk="0">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7"/>
                <p:cNvSpPr/>
                <p:nvPr/>
              </p:nvSpPr>
              <p:spPr>
                <a:xfrm>
                  <a:off x="2357225" y="1123325"/>
                  <a:ext cx="46750" cy="46350"/>
                </a:xfrm>
                <a:custGeom>
                  <a:avLst/>
                  <a:gdLst/>
                  <a:ahLst/>
                  <a:cxnLst/>
                  <a:rect l="l" t="t" r="r" b="b"/>
                  <a:pathLst>
                    <a:path w="1870" h="1854" extrusionOk="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7"/>
                <p:cNvSpPr/>
                <p:nvPr/>
              </p:nvSpPr>
              <p:spPr>
                <a:xfrm>
                  <a:off x="2748525" y="633375"/>
                  <a:ext cx="46775" cy="46375"/>
                </a:xfrm>
                <a:custGeom>
                  <a:avLst/>
                  <a:gdLst/>
                  <a:ahLst/>
                  <a:cxnLst/>
                  <a:rect l="l" t="t" r="r" b="b"/>
                  <a:pathLst>
                    <a:path w="1871" h="1855" extrusionOk="0">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7"/>
                <p:cNvSpPr/>
                <p:nvPr/>
              </p:nvSpPr>
              <p:spPr>
                <a:xfrm>
                  <a:off x="2842800" y="682900"/>
                  <a:ext cx="46375" cy="46350"/>
                </a:xfrm>
                <a:custGeom>
                  <a:avLst/>
                  <a:gdLst/>
                  <a:ahLst/>
                  <a:cxnLst/>
                  <a:rect l="l" t="t" r="r" b="b"/>
                  <a:pathLst>
                    <a:path w="1855" h="1854" extrusionOk="0">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7"/>
                <p:cNvSpPr/>
                <p:nvPr/>
              </p:nvSpPr>
              <p:spPr>
                <a:xfrm>
                  <a:off x="2530700" y="1148275"/>
                  <a:ext cx="46375" cy="46350"/>
                </a:xfrm>
                <a:custGeom>
                  <a:avLst/>
                  <a:gdLst/>
                  <a:ahLst/>
                  <a:cxnLst/>
                  <a:rect l="l" t="t" r="r" b="b"/>
                  <a:pathLst>
                    <a:path w="1855" h="1854" extrusionOk="0">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7"/>
                <p:cNvSpPr/>
                <p:nvPr/>
              </p:nvSpPr>
              <p:spPr>
                <a:xfrm>
                  <a:off x="2916875" y="1286900"/>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7"/>
                <p:cNvSpPr/>
                <p:nvPr/>
              </p:nvSpPr>
              <p:spPr>
                <a:xfrm>
                  <a:off x="2280775" y="1031425"/>
                  <a:ext cx="51525" cy="51525"/>
                </a:xfrm>
                <a:custGeom>
                  <a:avLst/>
                  <a:gdLst/>
                  <a:ahLst/>
                  <a:cxnLst/>
                  <a:rect l="l" t="t" r="r" b="b"/>
                  <a:pathLst>
                    <a:path w="2061" h="2061" extrusionOk="0">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7"/>
                <p:cNvSpPr/>
                <p:nvPr/>
              </p:nvSpPr>
              <p:spPr>
                <a:xfrm>
                  <a:off x="2364750" y="842900"/>
                  <a:ext cx="51525" cy="51925"/>
                </a:xfrm>
                <a:custGeom>
                  <a:avLst/>
                  <a:gdLst/>
                  <a:ahLst/>
                  <a:cxnLst/>
                  <a:rect l="l" t="t" r="r" b="b"/>
                  <a:pathLst>
                    <a:path w="2061" h="2077" extrusionOk="0">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7"/>
                <p:cNvSpPr/>
                <p:nvPr/>
              </p:nvSpPr>
              <p:spPr>
                <a:xfrm>
                  <a:off x="2468925" y="9027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7"/>
                <p:cNvSpPr/>
                <p:nvPr/>
              </p:nvSpPr>
              <p:spPr>
                <a:xfrm>
                  <a:off x="2637250" y="8928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7"/>
                <p:cNvSpPr/>
                <p:nvPr/>
              </p:nvSpPr>
              <p:spPr>
                <a:xfrm>
                  <a:off x="2394450" y="952225"/>
                  <a:ext cx="51525" cy="51500"/>
                </a:xfrm>
                <a:custGeom>
                  <a:avLst/>
                  <a:gdLst/>
                  <a:ahLst/>
                  <a:cxnLst/>
                  <a:rect l="l" t="t" r="r" b="b"/>
                  <a:pathLst>
                    <a:path w="2061" h="2060" extrusionOk="0">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7"/>
                <p:cNvSpPr/>
                <p:nvPr/>
              </p:nvSpPr>
              <p:spPr>
                <a:xfrm>
                  <a:off x="2498625" y="991825"/>
                  <a:ext cx="51500" cy="51500"/>
                </a:xfrm>
                <a:custGeom>
                  <a:avLst/>
                  <a:gdLst/>
                  <a:ahLst/>
                  <a:cxnLst/>
                  <a:rect l="l" t="t" r="r" b="b"/>
                  <a:pathLst>
                    <a:path w="2060" h="2060" extrusionOk="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7"/>
                <p:cNvSpPr/>
                <p:nvPr/>
              </p:nvSpPr>
              <p:spPr>
                <a:xfrm>
                  <a:off x="2840025" y="749025"/>
                  <a:ext cx="51525" cy="51525"/>
                </a:xfrm>
                <a:custGeom>
                  <a:avLst/>
                  <a:gdLst/>
                  <a:ahLst/>
                  <a:cxnLst/>
                  <a:rect l="l" t="t" r="r" b="b"/>
                  <a:pathLst>
                    <a:path w="2061" h="2061" extrusionOk="0">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7"/>
                <p:cNvSpPr/>
                <p:nvPr/>
              </p:nvSpPr>
              <p:spPr>
                <a:xfrm>
                  <a:off x="2518425" y="570800"/>
                  <a:ext cx="51500" cy="51525"/>
                </a:xfrm>
                <a:custGeom>
                  <a:avLst/>
                  <a:gdLst/>
                  <a:ahLst/>
                  <a:cxnLst/>
                  <a:rect l="l" t="t" r="r" b="b"/>
                  <a:pathLst>
                    <a:path w="2060" h="2061" extrusionOk="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4" name="Google Shape;284;p7"/>
              <p:cNvSpPr/>
              <p:nvPr/>
            </p:nvSpPr>
            <p:spPr>
              <a:xfrm flipH="1">
                <a:off x="-621102" y="1681604"/>
                <a:ext cx="831600" cy="831600"/>
              </a:xfrm>
              <a:prstGeom prst="ellipse">
                <a:avLst/>
              </a:prstGeom>
              <a:gradFill>
                <a:gsLst>
                  <a:gs pos="0">
                    <a:srgbClr val="FFFFFF">
                      <a:alpha val="52549"/>
                    </a:srgbClr>
                  </a:gs>
                  <a:gs pos="68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ira"/>
                  <a:ea typeface="Saira"/>
                  <a:cs typeface="Saira"/>
                  <a:sym typeface="Saira"/>
                </a:endParaRPr>
              </a:p>
            </p:txBody>
          </p:sp>
        </p:grpSp>
        <p:pic>
          <p:nvPicPr>
            <p:cNvPr id="285" name="Google Shape;285;p7"/>
            <p:cNvPicPr preferRelativeResize="0"/>
            <p:nvPr/>
          </p:nvPicPr>
          <p:blipFill>
            <a:blip r:embed="rId3">
              <a:alphaModFix amt="40000"/>
            </a:blip>
            <a:stretch>
              <a:fillRect/>
            </a:stretch>
          </p:blipFill>
          <p:spPr>
            <a:xfrm>
              <a:off x="71125" y="1276263"/>
              <a:ext cx="1177350" cy="1177350"/>
            </a:xfrm>
            <a:prstGeom prst="rect">
              <a:avLst/>
            </a:prstGeom>
            <a:noFill/>
            <a:ln>
              <a:noFill/>
            </a:ln>
          </p:spPr>
        </p:pic>
      </p:grpSp>
      <p:grpSp>
        <p:nvGrpSpPr>
          <p:cNvPr id="286" name="Google Shape;286;p7"/>
          <p:cNvGrpSpPr/>
          <p:nvPr/>
        </p:nvGrpSpPr>
        <p:grpSpPr>
          <a:xfrm>
            <a:off x="7706000" y="3177613"/>
            <a:ext cx="1582102" cy="3138965"/>
            <a:chOff x="7706000" y="3177613"/>
            <a:chExt cx="1582102" cy="3138965"/>
          </a:xfrm>
        </p:grpSpPr>
        <p:grpSp>
          <p:nvGrpSpPr>
            <p:cNvPr id="287" name="Google Shape;287;p7"/>
            <p:cNvGrpSpPr/>
            <p:nvPr/>
          </p:nvGrpSpPr>
          <p:grpSpPr>
            <a:xfrm flipH="1">
              <a:off x="8246887" y="3744934"/>
              <a:ext cx="1041216" cy="2571644"/>
              <a:chOff x="4709050" y="974800"/>
              <a:chExt cx="684425" cy="1690425"/>
            </a:xfrm>
          </p:grpSpPr>
          <p:sp>
            <p:nvSpPr>
              <p:cNvPr id="288" name="Google Shape;288;p7"/>
              <p:cNvSpPr/>
              <p:nvPr/>
            </p:nvSpPr>
            <p:spPr>
              <a:xfrm>
                <a:off x="4909450" y="1554625"/>
                <a:ext cx="445600" cy="869400"/>
              </a:xfrm>
              <a:custGeom>
                <a:avLst/>
                <a:gdLst/>
                <a:ahLst/>
                <a:cxnLst/>
                <a:rect l="l" t="t" r="r" b="b"/>
                <a:pathLst>
                  <a:path w="17824" h="34776" extrusionOk="0">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7"/>
              <p:cNvSpPr/>
              <p:nvPr/>
            </p:nvSpPr>
            <p:spPr>
              <a:xfrm>
                <a:off x="5210875" y="1019950"/>
                <a:ext cx="139425" cy="359250"/>
              </a:xfrm>
              <a:custGeom>
                <a:avLst/>
                <a:gdLst/>
                <a:ahLst/>
                <a:cxnLst/>
                <a:rect l="l" t="t" r="r" b="b"/>
                <a:pathLst>
                  <a:path w="5577" h="14370" extrusionOk="0">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7"/>
              <p:cNvSpPr/>
              <p:nvPr/>
            </p:nvSpPr>
            <p:spPr>
              <a:xfrm>
                <a:off x="4850050" y="1150250"/>
                <a:ext cx="460650" cy="1218325"/>
              </a:xfrm>
              <a:custGeom>
                <a:avLst/>
                <a:gdLst/>
                <a:ahLst/>
                <a:cxnLst/>
                <a:rect l="l" t="t" r="r" b="b"/>
                <a:pathLst>
                  <a:path w="18426" h="48733" extrusionOk="0">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7"/>
              <p:cNvSpPr/>
              <p:nvPr/>
            </p:nvSpPr>
            <p:spPr>
              <a:xfrm>
                <a:off x="4830250" y="1265900"/>
                <a:ext cx="383425" cy="1145050"/>
              </a:xfrm>
              <a:custGeom>
                <a:avLst/>
                <a:gdLst/>
                <a:ahLst/>
                <a:cxnLst/>
                <a:rect l="l" t="t" r="r" b="b"/>
                <a:pathLst>
                  <a:path w="15337" h="45802" extrusionOk="0">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7"/>
              <p:cNvSpPr/>
              <p:nvPr/>
            </p:nvSpPr>
            <p:spPr>
              <a:xfrm>
                <a:off x="4810450" y="1204500"/>
                <a:ext cx="386175" cy="1412000"/>
              </a:xfrm>
              <a:custGeom>
                <a:avLst/>
                <a:gdLst/>
                <a:ahLst/>
                <a:cxnLst/>
                <a:rect l="l" t="t" r="r" b="b"/>
                <a:pathLst>
                  <a:path w="15447" h="56480" extrusionOk="0">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7"/>
              <p:cNvSpPr/>
              <p:nvPr/>
            </p:nvSpPr>
            <p:spPr>
              <a:xfrm>
                <a:off x="4746675" y="1534825"/>
                <a:ext cx="192525" cy="533125"/>
              </a:xfrm>
              <a:custGeom>
                <a:avLst/>
                <a:gdLst/>
                <a:ahLst/>
                <a:cxnLst/>
                <a:rect l="l" t="t" r="r" b="b"/>
                <a:pathLst>
                  <a:path w="7701" h="21325" extrusionOk="0">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7"/>
              <p:cNvSpPr/>
              <p:nvPr/>
            </p:nvSpPr>
            <p:spPr>
              <a:xfrm>
                <a:off x="4780750" y="1797025"/>
                <a:ext cx="168350" cy="692350"/>
              </a:xfrm>
              <a:custGeom>
                <a:avLst/>
                <a:gdLst/>
                <a:ahLst/>
                <a:cxnLst/>
                <a:rect l="l" t="t" r="r" b="b"/>
                <a:pathLst>
                  <a:path w="6734" h="27694" extrusionOk="0">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7"/>
              <p:cNvSpPr/>
              <p:nvPr/>
            </p:nvSpPr>
            <p:spPr>
              <a:xfrm>
                <a:off x="5346725" y="1534425"/>
                <a:ext cx="46750" cy="46375"/>
              </a:xfrm>
              <a:custGeom>
                <a:avLst/>
                <a:gdLst/>
                <a:ahLst/>
                <a:cxnLst/>
                <a:rect l="l" t="t" r="r" b="b"/>
                <a:pathLst>
                  <a:path w="1870" h="1855" extrusionOk="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7"/>
              <p:cNvSpPr/>
              <p:nvPr/>
            </p:nvSpPr>
            <p:spPr>
              <a:xfrm>
                <a:off x="5262750" y="974800"/>
                <a:ext cx="46375" cy="46350"/>
              </a:xfrm>
              <a:custGeom>
                <a:avLst/>
                <a:gdLst/>
                <a:ahLst/>
                <a:cxnLst/>
                <a:rect l="l" t="t" r="r" b="b"/>
                <a:pathLst>
                  <a:path w="1855" h="1854" extrusionOk="0">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7"/>
              <p:cNvSpPr/>
              <p:nvPr/>
            </p:nvSpPr>
            <p:spPr>
              <a:xfrm>
                <a:off x="4861525" y="2390725"/>
                <a:ext cx="46775" cy="46375"/>
              </a:xfrm>
              <a:custGeom>
                <a:avLst/>
                <a:gdLst/>
                <a:ahLst/>
                <a:cxnLst/>
                <a:rect l="l" t="t" r="r" b="b"/>
                <a:pathLst>
                  <a:path w="1871" h="1855" extrusionOk="0">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7"/>
              <p:cNvSpPr/>
              <p:nvPr/>
            </p:nvSpPr>
            <p:spPr>
              <a:xfrm>
                <a:off x="4920950" y="1772075"/>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7"/>
              <p:cNvSpPr/>
              <p:nvPr/>
            </p:nvSpPr>
            <p:spPr>
              <a:xfrm>
                <a:off x="4709050" y="2059225"/>
                <a:ext cx="46375" cy="46350"/>
              </a:xfrm>
              <a:custGeom>
                <a:avLst/>
                <a:gdLst/>
                <a:ahLst/>
                <a:cxnLst/>
                <a:rect l="l" t="t" r="r" b="b"/>
                <a:pathLst>
                  <a:path w="1855" h="1854" extrusionOk="0">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7"/>
              <p:cNvSpPr/>
              <p:nvPr/>
            </p:nvSpPr>
            <p:spPr>
              <a:xfrm>
                <a:off x="5109075" y="1435425"/>
                <a:ext cx="46775" cy="46350"/>
              </a:xfrm>
              <a:custGeom>
                <a:avLst/>
                <a:gdLst/>
                <a:ahLst/>
                <a:cxnLst/>
                <a:rect l="l" t="t" r="r" b="b"/>
                <a:pathLst>
                  <a:path w="1871" h="1854" extrusionOk="0">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7"/>
              <p:cNvSpPr/>
              <p:nvPr/>
            </p:nvSpPr>
            <p:spPr>
              <a:xfrm>
                <a:off x="5188300" y="1360950"/>
                <a:ext cx="46750" cy="46375"/>
              </a:xfrm>
              <a:custGeom>
                <a:avLst/>
                <a:gdLst/>
                <a:ahLst/>
                <a:cxnLst/>
                <a:rect l="l" t="t" r="r" b="b"/>
                <a:pathLst>
                  <a:path w="1870" h="1855" extrusionOk="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7"/>
              <p:cNvSpPr/>
              <p:nvPr/>
            </p:nvSpPr>
            <p:spPr>
              <a:xfrm>
                <a:off x="5250075" y="1101150"/>
                <a:ext cx="51525" cy="51500"/>
              </a:xfrm>
              <a:custGeom>
                <a:avLst/>
                <a:gdLst/>
                <a:ahLst/>
                <a:cxnLst/>
                <a:rect l="l" t="t" r="r" b="b"/>
                <a:pathLst>
                  <a:path w="2061" h="2060" extrusionOk="0">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7"/>
              <p:cNvSpPr/>
              <p:nvPr/>
            </p:nvSpPr>
            <p:spPr>
              <a:xfrm>
                <a:off x="5166100" y="1155400"/>
                <a:ext cx="51525" cy="51500"/>
              </a:xfrm>
              <a:custGeom>
                <a:avLst/>
                <a:gdLst/>
                <a:ahLst/>
                <a:cxnLst/>
                <a:rect l="l" t="t" r="r" b="b"/>
                <a:pathLst>
                  <a:path w="2061" h="2060" extrusionOk="0">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7"/>
              <p:cNvSpPr/>
              <p:nvPr/>
            </p:nvSpPr>
            <p:spPr>
              <a:xfrm>
                <a:off x="5205725" y="1229850"/>
                <a:ext cx="51500" cy="51525"/>
              </a:xfrm>
              <a:custGeom>
                <a:avLst/>
                <a:gdLst/>
                <a:ahLst/>
                <a:cxnLst/>
                <a:rect l="l" t="t" r="r" b="b"/>
                <a:pathLst>
                  <a:path w="2060" h="2061" extrusionOk="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7"/>
              <p:cNvSpPr/>
              <p:nvPr/>
            </p:nvSpPr>
            <p:spPr>
              <a:xfrm>
                <a:off x="4844100" y="1695225"/>
                <a:ext cx="51525" cy="51525"/>
              </a:xfrm>
              <a:custGeom>
                <a:avLst/>
                <a:gdLst/>
                <a:ahLst/>
                <a:cxnLst/>
                <a:rect l="l" t="t" r="r" b="b"/>
                <a:pathLst>
                  <a:path w="2061" h="2061" extrusionOk="0">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7"/>
              <p:cNvSpPr/>
              <p:nvPr/>
            </p:nvSpPr>
            <p:spPr>
              <a:xfrm>
                <a:off x="4787075" y="2613700"/>
                <a:ext cx="51900" cy="51525"/>
              </a:xfrm>
              <a:custGeom>
                <a:avLst/>
                <a:gdLst/>
                <a:ahLst/>
                <a:cxnLst/>
                <a:rect l="l" t="t" r="r" b="b"/>
                <a:pathLst>
                  <a:path w="2076" h="2061" extrusionOk="0">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7"/>
              <p:cNvSpPr/>
              <p:nvPr/>
            </p:nvSpPr>
            <p:spPr>
              <a:xfrm>
                <a:off x="4752625" y="2486975"/>
                <a:ext cx="51500" cy="51500"/>
              </a:xfrm>
              <a:custGeom>
                <a:avLst/>
                <a:gdLst/>
                <a:ahLst/>
                <a:cxnLst/>
                <a:rect l="l" t="t" r="r" b="b"/>
                <a:pathLst>
                  <a:path w="2060" h="2060" extrusionOk="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7"/>
              <p:cNvSpPr/>
              <p:nvPr/>
            </p:nvSpPr>
            <p:spPr>
              <a:xfrm>
                <a:off x="4950250" y="2421625"/>
                <a:ext cx="51525" cy="51500"/>
              </a:xfrm>
              <a:custGeom>
                <a:avLst/>
                <a:gdLst/>
                <a:ahLst/>
                <a:cxnLst/>
                <a:rect l="l" t="t" r="r" b="b"/>
                <a:pathLst>
                  <a:path w="2061" h="2060" extrusionOk="0">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09" name="Google Shape;309;p7"/>
            <p:cNvPicPr preferRelativeResize="0"/>
            <p:nvPr/>
          </p:nvPicPr>
          <p:blipFill>
            <a:blip r:embed="rId3">
              <a:alphaModFix amt="40000"/>
            </a:blip>
            <a:stretch>
              <a:fillRect/>
            </a:stretch>
          </p:blipFill>
          <p:spPr>
            <a:xfrm>
              <a:off x="7772900" y="3177613"/>
              <a:ext cx="1177350" cy="1177350"/>
            </a:xfrm>
            <a:prstGeom prst="rect">
              <a:avLst/>
            </a:prstGeom>
            <a:noFill/>
            <a:ln>
              <a:noFill/>
            </a:ln>
          </p:spPr>
        </p:pic>
        <p:pic>
          <p:nvPicPr>
            <p:cNvPr id="310" name="Google Shape;310;p7"/>
            <p:cNvPicPr preferRelativeResize="0"/>
            <p:nvPr/>
          </p:nvPicPr>
          <p:blipFill>
            <a:blip r:embed="rId3">
              <a:alphaModFix amt="40000"/>
            </a:blip>
            <a:stretch>
              <a:fillRect/>
            </a:stretch>
          </p:blipFill>
          <p:spPr>
            <a:xfrm>
              <a:off x="7706000" y="4077138"/>
              <a:ext cx="1177350" cy="1177350"/>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11"/>
        <p:cNvGrpSpPr/>
        <p:nvPr/>
      </p:nvGrpSpPr>
      <p:grpSpPr>
        <a:xfrm>
          <a:off x="0" y="0"/>
          <a:ext cx="0" cy="0"/>
          <a:chOff x="0" y="0"/>
          <a:chExt cx="0" cy="0"/>
        </a:xfrm>
      </p:grpSpPr>
      <p:pic>
        <p:nvPicPr>
          <p:cNvPr id="312" name="Google Shape;312;p8"/>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313" name="Google Shape;313;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grpSp>
        <p:nvGrpSpPr>
          <p:cNvPr id="314" name="Google Shape;314;p8"/>
          <p:cNvGrpSpPr/>
          <p:nvPr/>
        </p:nvGrpSpPr>
        <p:grpSpPr>
          <a:xfrm>
            <a:off x="126425" y="3058850"/>
            <a:ext cx="1694475" cy="3126028"/>
            <a:chOff x="126425" y="3058850"/>
            <a:chExt cx="1694475" cy="3126028"/>
          </a:xfrm>
        </p:grpSpPr>
        <p:grpSp>
          <p:nvGrpSpPr>
            <p:cNvPr id="315" name="Google Shape;315;p8"/>
            <p:cNvGrpSpPr/>
            <p:nvPr/>
          </p:nvGrpSpPr>
          <p:grpSpPr>
            <a:xfrm>
              <a:off x="256564" y="3613234"/>
              <a:ext cx="1041216" cy="2571644"/>
              <a:chOff x="4709050" y="974800"/>
              <a:chExt cx="684425" cy="1690425"/>
            </a:xfrm>
          </p:grpSpPr>
          <p:sp>
            <p:nvSpPr>
              <p:cNvPr id="316" name="Google Shape;316;p8"/>
              <p:cNvSpPr/>
              <p:nvPr/>
            </p:nvSpPr>
            <p:spPr>
              <a:xfrm>
                <a:off x="4909450" y="1554625"/>
                <a:ext cx="445600" cy="869400"/>
              </a:xfrm>
              <a:custGeom>
                <a:avLst/>
                <a:gdLst/>
                <a:ahLst/>
                <a:cxnLst/>
                <a:rect l="l" t="t" r="r" b="b"/>
                <a:pathLst>
                  <a:path w="17824" h="34776" extrusionOk="0">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8"/>
              <p:cNvSpPr/>
              <p:nvPr/>
            </p:nvSpPr>
            <p:spPr>
              <a:xfrm>
                <a:off x="5210875" y="1019950"/>
                <a:ext cx="139425" cy="359250"/>
              </a:xfrm>
              <a:custGeom>
                <a:avLst/>
                <a:gdLst/>
                <a:ahLst/>
                <a:cxnLst/>
                <a:rect l="l" t="t" r="r" b="b"/>
                <a:pathLst>
                  <a:path w="5577" h="14370" extrusionOk="0">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8"/>
              <p:cNvSpPr/>
              <p:nvPr/>
            </p:nvSpPr>
            <p:spPr>
              <a:xfrm>
                <a:off x="4850050" y="1150250"/>
                <a:ext cx="460650" cy="1218325"/>
              </a:xfrm>
              <a:custGeom>
                <a:avLst/>
                <a:gdLst/>
                <a:ahLst/>
                <a:cxnLst/>
                <a:rect l="l" t="t" r="r" b="b"/>
                <a:pathLst>
                  <a:path w="18426" h="48733" extrusionOk="0">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8"/>
              <p:cNvSpPr/>
              <p:nvPr/>
            </p:nvSpPr>
            <p:spPr>
              <a:xfrm>
                <a:off x="4830250" y="1265900"/>
                <a:ext cx="383425" cy="1145050"/>
              </a:xfrm>
              <a:custGeom>
                <a:avLst/>
                <a:gdLst/>
                <a:ahLst/>
                <a:cxnLst/>
                <a:rect l="l" t="t" r="r" b="b"/>
                <a:pathLst>
                  <a:path w="15337" h="45802" extrusionOk="0">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8"/>
              <p:cNvSpPr/>
              <p:nvPr/>
            </p:nvSpPr>
            <p:spPr>
              <a:xfrm>
                <a:off x="4810450" y="1204500"/>
                <a:ext cx="386175" cy="1412000"/>
              </a:xfrm>
              <a:custGeom>
                <a:avLst/>
                <a:gdLst/>
                <a:ahLst/>
                <a:cxnLst/>
                <a:rect l="l" t="t" r="r" b="b"/>
                <a:pathLst>
                  <a:path w="15447" h="56480" extrusionOk="0">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8"/>
              <p:cNvSpPr/>
              <p:nvPr/>
            </p:nvSpPr>
            <p:spPr>
              <a:xfrm>
                <a:off x="4746675" y="1534825"/>
                <a:ext cx="192525" cy="533125"/>
              </a:xfrm>
              <a:custGeom>
                <a:avLst/>
                <a:gdLst/>
                <a:ahLst/>
                <a:cxnLst/>
                <a:rect l="l" t="t" r="r" b="b"/>
                <a:pathLst>
                  <a:path w="7701" h="21325" extrusionOk="0">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8"/>
              <p:cNvSpPr/>
              <p:nvPr/>
            </p:nvSpPr>
            <p:spPr>
              <a:xfrm>
                <a:off x="4780750" y="1797025"/>
                <a:ext cx="168350" cy="692350"/>
              </a:xfrm>
              <a:custGeom>
                <a:avLst/>
                <a:gdLst/>
                <a:ahLst/>
                <a:cxnLst/>
                <a:rect l="l" t="t" r="r" b="b"/>
                <a:pathLst>
                  <a:path w="6734" h="27694" extrusionOk="0">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8"/>
              <p:cNvSpPr/>
              <p:nvPr/>
            </p:nvSpPr>
            <p:spPr>
              <a:xfrm>
                <a:off x="5346725" y="1534425"/>
                <a:ext cx="46750" cy="46375"/>
              </a:xfrm>
              <a:custGeom>
                <a:avLst/>
                <a:gdLst/>
                <a:ahLst/>
                <a:cxnLst/>
                <a:rect l="l" t="t" r="r" b="b"/>
                <a:pathLst>
                  <a:path w="1870" h="1855" extrusionOk="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8"/>
              <p:cNvSpPr/>
              <p:nvPr/>
            </p:nvSpPr>
            <p:spPr>
              <a:xfrm>
                <a:off x="5262750" y="974800"/>
                <a:ext cx="46375" cy="46350"/>
              </a:xfrm>
              <a:custGeom>
                <a:avLst/>
                <a:gdLst/>
                <a:ahLst/>
                <a:cxnLst/>
                <a:rect l="l" t="t" r="r" b="b"/>
                <a:pathLst>
                  <a:path w="1855" h="1854" extrusionOk="0">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8"/>
              <p:cNvSpPr/>
              <p:nvPr/>
            </p:nvSpPr>
            <p:spPr>
              <a:xfrm>
                <a:off x="4861525" y="2390725"/>
                <a:ext cx="46775" cy="46375"/>
              </a:xfrm>
              <a:custGeom>
                <a:avLst/>
                <a:gdLst/>
                <a:ahLst/>
                <a:cxnLst/>
                <a:rect l="l" t="t" r="r" b="b"/>
                <a:pathLst>
                  <a:path w="1871" h="1855" extrusionOk="0">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8"/>
              <p:cNvSpPr/>
              <p:nvPr/>
            </p:nvSpPr>
            <p:spPr>
              <a:xfrm>
                <a:off x="4920950" y="1772075"/>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8"/>
              <p:cNvSpPr/>
              <p:nvPr/>
            </p:nvSpPr>
            <p:spPr>
              <a:xfrm>
                <a:off x="4709050" y="2059225"/>
                <a:ext cx="46375" cy="46350"/>
              </a:xfrm>
              <a:custGeom>
                <a:avLst/>
                <a:gdLst/>
                <a:ahLst/>
                <a:cxnLst/>
                <a:rect l="l" t="t" r="r" b="b"/>
                <a:pathLst>
                  <a:path w="1855" h="1854" extrusionOk="0">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8"/>
              <p:cNvSpPr/>
              <p:nvPr/>
            </p:nvSpPr>
            <p:spPr>
              <a:xfrm>
                <a:off x="5109075" y="1435425"/>
                <a:ext cx="46775" cy="46350"/>
              </a:xfrm>
              <a:custGeom>
                <a:avLst/>
                <a:gdLst/>
                <a:ahLst/>
                <a:cxnLst/>
                <a:rect l="l" t="t" r="r" b="b"/>
                <a:pathLst>
                  <a:path w="1871" h="1854" extrusionOk="0">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8"/>
              <p:cNvSpPr/>
              <p:nvPr/>
            </p:nvSpPr>
            <p:spPr>
              <a:xfrm>
                <a:off x="5188300" y="1360950"/>
                <a:ext cx="46750" cy="46375"/>
              </a:xfrm>
              <a:custGeom>
                <a:avLst/>
                <a:gdLst/>
                <a:ahLst/>
                <a:cxnLst/>
                <a:rect l="l" t="t" r="r" b="b"/>
                <a:pathLst>
                  <a:path w="1870" h="1855" extrusionOk="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8"/>
              <p:cNvSpPr/>
              <p:nvPr/>
            </p:nvSpPr>
            <p:spPr>
              <a:xfrm>
                <a:off x="5250075" y="1101150"/>
                <a:ext cx="51525" cy="51500"/>
              </a:xfrm>
              <a:custGeom>
                <a:avLst/>
                <a:gdLst/>
                <a:ahLst/>
                <a:cxnLst/>
                <a:rect l="l" t="t" r="r" b="b"/>
                <a:pathLst>
                  <a:path w="2061" h="2060" extrusionOk="0">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8"/>
              <p:cNvSpPr/>
              <p:nvPr/>
            </p:nvSpPr>
            <p:spPr>
              <a:xfrm>
                <a:off x="5166100" y="1155400"/>
                <a:ext cx="51525" cy="51500"/>
              </a:xfrm>
              <a:custGeom>
                <a:avLst/>
                <a:gdLst/>
                <a:ahLst/>
                <a:cxnLst/>
                <a:rect l="l" t="t" r="r" b="b"/>
                <a:pathLst>
                  <a:path w="2061" h="2060" extrusionOk="0">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8"/>
              <p:cNvSpPr/>
              <p:nvPr/>
            </p:nvSpPr>
            <p:spPr>
              <a:xfrm>
                <a:off x="5205725" y="1229850"/>
                <a:ext cx="51500" cy="51525"/>
              </a:xfrm>
              <a:custGeom>
                <a:avLst/>
                <a:gdLst/>
                <a:ahLst/>
                <a:cxnLst/>
                <a:rect l="l" t="t" r="r" b="b"/>
                <a:pathLst>
                  <a:path w="2060" h="2061" extrusionOk="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8"/>
              <p:cNvSpPr/>
              <p:nvPr/>
            </p:nvSpPr>
            <p:spPr>
              <a:xfrm>
                <a:off x="4844100" y="1695225"/>
                <a:ext cx="51525" cy="51525"/>
              </a:xfrm>
              <a:custGeom>
                <a:avLst/>
                <a:gdLst/>
                <a:ahLst/>
                <a:cxnLst/>
                <a:rect l="l" t="t" r="r" b="b"/>
                <a:pathLst>
                  <a:path w="2061" h="2061" extrusionOk="0">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8"/>
              <p:cNvSpPr/>
              <p:nvPr/>
            </p:nvSpPr>
            <p:spPr>
              <a:xfrm>
                <a:off x="4787075" y="2613700"/>
                <a:ext cx="51900" cy="51525"/>
              </a:xfrm>
              <a:custGeom>
                <a:avLst/>
                <a:gdLst/>
                <a:ahLst/>
                <a:cxnLst/>
                <a:rect l="l" t="t" r="r" b="b"/>
                <a:pathLst>
                  <a:path w="2076" h="2061" extrusionOk="0">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8"/>
              <p:cNvSpPr/>
              <p:nvPr/>
            </p:nvSpPr>
            <p:spPr>
              <a:xfrm>
                <a:off x="4752625" y="2486975"/>
                <a:ext cx="51500" cy="51500"/>
              </a:xfrm>
              <a:custGeom>
                <a:avLst/>
                <a:gdLst/>
                <a:ahLst/>
                <a:cxnLst/>
                <a:rect l="l" t="t" r="r" b="b"/>
                <a:pathLst>
                  <a:path w="2060" h="2060" extrusionOk="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8"/>
              <p:cNvSpPr/>
              <p:nvPr/>
            </p:nvSpPr>
            <p:spPr>
              <a:xfrm>
                <a:off x="4950250" y="2421625"/>
                <a:ext cx="51525" cy="51500"/>
              </a:xfrm>
              <a:custGeom>
                <a:avLst/>
                <a:gdLst/>
                <a:ahLst/>
                <a:cxnLst/>
                <a:rect l="l" t="t" r="r" b="b"/>
                <a:pathLst>
                  <a:path w="2061" h="2060" extrusionOk="0">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37" name="Google Shape;337;p8"/>
            <p:cNvPicPr preferRelativeResize="0"/>
            <p:nvPr/>
          </p:nvPicPr>
          <p:blipFill>
            <a:blip r:embed="rId3">
              <a:alphaModFix amt="40000"/>
            </a:blip>
            <a:stretch>
              <a:fillRect/>
            </a:stretch>
          </p:blipFill>
          <p:spPr>
            <a:xfrm>
              <a:off x="554350" y="3058850"/>
              <a:ext cx="1177350" cy="1177350"/>
            </a:xfrm>
            <a:prstGeom prst="rect">
              <a:avLst/>
            </a:prstGeom>
            <a:noFill/>
            <a:ln>
              <a:noFill/>
            </a:ln>
          </p:spPr>
        </p:pic>
        <p:pic>
          <p:nvPicPr>
            <p:cNvPr id="338" name="Google Shape;338;p8"/>
            <p:cNvPicPr preferRelativeResize="0"/>
            <p:nvPr/>
          </p:nvPicPr>
          <p:blipFill>
            <a:blip r:embed="rId3">
              <a:alphaModFix amt="40000"/>
            </a:blip>
            <a:stretch>
              <a:fillRect/>
            </a:stretch>
          </p:blipFill>
          <p:spPr>
            <a:xfrm>
              <a:off x="643550" y="3923175"/>
              <a:ext cx="1177350" cy="1177350"/>
            </a:xfrm>
            <a:prstGeom prst="rect">
              <a:avLst/>
            </a:prstGeom>
            <a:noFill/>
            <a:ln>
              <a:noFill/>
            </a:ln>
          </p:spPr>
        </p:pic>
        <p:pic>
          <p:nvPicPr>
            <p:cNvPr id="339" name="Google Shape;339;p8"/>
            <p:cNvPicPr preferRelativeResize="0"/>
            <p:nvPr/>
          </p:nvPicPr>
          <p:blipFill>
            <a:blip r:embed="rId3">
              <a:alphaModFix amt="40000"/>
            </a:blip>
            <a:stretch>
              <a:fillRect/>
            </a:stretch>
          </p:blipFill>
          <p:spPr>
            <a:xfrm>
              <a:off x="126425" y="4310375"/>
              <a:ext cx="1177350" cy="1177350"/>
            </a:xfrm>
            <a:prstGeom prst="rect">
              <a:avLst/>
            </a:prstGeom>
            <a:noFill/>
            <a:ln>
              <a:noFill/>
            </a:ln>
          </p:spPr>
        </p:pic>
      </p:grpSp>
      <p:grpSp>
        <p:nvGrpSpPr>
          <p:cNvPr id="340" name="Google Shape;340;p8"/>
          <p:cNvGrpSpPr/>
          <p:nvPr/>
        </p:nvGrpSpPr>
        <p:grpSpPr>
          <a:xfrm>
            <a:off x="7114525" y="-120600"/>
            <a:ext cx="3487326" cy="2515170"/>
            <a:chOff x="7114525" y="-120600"/>
            <a:chExt cx="3487326" cy="2515170"/>
          </a:xfrm>
        </p:grpSpPr>
        <p:grpSp>
          <p:nvGrpSpPr>
            <p:cNvPr id="341" name="Google Shape;341;p8"/>
            <p:cNvGrpSpPr/>
            <p:nvPr/>
          </p:nvGrpSpPr>
          <p:grpSpPr>
            <a:xfrm>
              <a:off x="7467304" y="268423"/>
              <a:ext cx="3134546" cy="2126147"/>
              <a:chOff x="2280775" y="570800"/>
              <a:chExt cx="1702725" cy="1154950"/>
            </a:xfrm>
          </p:grpSpPr>
          <p:sp>
            <p:nvSpPr>
              <p:cNvPr id="342" name="Google Shape;342;p8"/>
              <p:cNvSpPr/>
              <p:nvPr/>
            </p:nvSpPr>
            <p:spPr>
              <a:xfrm>
                <a:off x="2562775" y="1179175"/>
                <a:ext cx="1420725" cy="546575"/>
              </a:xfrm>
              <a:custGeom>
                <a:avLst/>
                <a:gdLst/>
                <a:ahLst/>
                <a:cxnLst/>
                <a:rect l="l" t="t" r="r" b="b"/>
                <a:pathLst>
                  <a:path w="56829" h="21863" extrusionOk="0">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8"/>
              <p:cNvSpPr/>
              <p:nvPr/>
            </p:nvSpPr>
            <p:spPr>
              <a:xfrm>
                <a:off x="2385350" y="1087275"/>
                <a:ext cx="1598150" cy="574325"/>
              </a:xfrm>
              <a:custGeom>
                <a:avLst/>
                <a:gdLst/>
                <a:ahLst/>
                <a:cxnLst/>
                <a:rect l="l" t="t" r="r" b="b"/>
                <a:pathLst>
                  <a:path w="63926" h="22973" extrusionOk="0">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8"/>
              <p:cNvSpPr/>
              <p:nvPr/>
            </p:nvSpPr>
            <p:spPr>
              <a:xfrm>
                <a:off x="2329900" y="1057575"/>
                <a:ext cx="1653600" cy="579075"/>
              </a:xfrm>
              <a:custGeom>
                <a:avLst/>
                <a:gdLst/>
                <a:ahLst/>
                <a:cxnLst/>
                <a:rect l="l" t="t" r="r" b="b"/>
                <a:pathLst>
                  <a:path w="66144" h="23163" extrusionOk="0">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8"/>
              <p:cNvSpPr/>
              <p:nvPr/>
            </p:nvSpPr>
            <p:spPr>
              <a:xfrm>
                <a:off x="2547725" y="1017975"/>
                <a:ext cx="1435775" cy="598875"/>
              </a:xfrm>
              <a:custGeom>
                <a:avLst/>
                <a:gdLst/>
                <a:ahLst/>
                <a:cxnLst/>
                <a:rect l="l" t="t" r="r" b="b"/>
                <a:pathLst>
                  <a:path w="57431" h="23955" extrusionOk="0">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8"/>
              <p:cNvSpPr/>
              <p:nvPr/>
            </p:nvSpPr>
            <p:spPr>
              <a:xfrm>
                <a:off x="2442775" y="978350"/>
                <a:ext cx="1540725" cy="613925"/>
              </a:xfrm>
              <a:custGeom>
                <a:avLst/>
                <a:gdLst/>
                <a:ahLst/>
                <a:cxnLst/>
                <a:rect l="l" t="t" r="r" b="b"/>
                <a:pathLst>
                  <a:path w="61629" h="24557" extrusionOk="0">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8"/>
              <p:cNvSpPr/>
              <p:nvPr/>
            </p:nvSpPr>
            <p:spPr>
              <a:xfrm>
                <a:off x="2676850" y="934800"/>
                <a:ext cx="1306650" cy="637675"/>
              </a:xfrm>
              <a:custGeom>
                <a:avLst/>
                <a:gdLst/>
                <a:ahLst/>
                <a:cxnLst/>
                <a:rect l="l" t="t" r="r" b="b"/>
                <a:pathLst>
                  <a:path w="52266" h="25507" extrusionOk="0">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8"/>
              <p:cNvSpPr/>
              <p:nvPr/>
            </p:nvSpPr>
            <p:spPr>
              <a:xfrm>
                <a:off x="2508525" y="824675"/>
                <a:ext cx="1474975" cy="722850"/>
              </a:xfrm>
              <a:custGeom>
                <a:avLst/>
                <a:gdLst/>
                <a:ahLst/>
                <a:cxnLst/>
                <a:rect l="l" t="t" r="r" b="b"/>
                <a:pathLst>
                  <a:path w="58999" h="28914" extrusionOk="0">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8"/>
              <p:cNvSpPr/>
              <p:nvPr/>
            </p:nvSpPr>
            <p:spPr>
              <a:xfrm>
                <a:off x="2413850" y="804875"/>
                <a:ext cx="1569650" cy="718100"/>
              </a:xfrm>
              <a:custGeom>
                <a:avLst/>
                <a:gdLst/>
                <a:ahLst/>
                <a:cxnLst/>
                <a:rect l="l" t="t" r="r" b="b"/>
                <a:pathLst>
                  <a:path w="62786" h="28724" extrusionOk="0">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8"/>
              <p:cNvSpPr/>
              <p:nvPr/>
            </p:nvSpPr>
            <p:spPr>
              <a:xfrm>
                <a:off x="2946975" y="1316600"/>
                <a:ext cx="1036525" cy="166775"/>
              </a:xfrm>
              <a:custGeom>
                <a:avLst/>
                <a:gdLst/>
                <a:ahLst/>
                <a:cxnLst/>
                <a:rect l="l" t="t" r="r" b="b"/>
                <a:pathLst>
                  <a:path w="41461" h="6671" extrusionOk="0">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8"/>
              <p:cNvSpPr/>
              <p:nvPr/>
            </p:nvSpPr>
            <p:spPr>
              <a:xfrm>
                <a:off x="2770325" y="666250"/>
                <a:ext cx="1213175" cy="752550"/>
              </a:xfrm>
              <a:custGeom>
                <a:avLst/>
                <a:gdLst/>
                <a:ahLst/>
                <a:cxnLst/>
                <a:rect l="l" t="t" r="r" b="b"/>
                <a:pathLst>
                  <a:path w="48527" h="30102" extrusionOk="0">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8"/>
              <p:cNvSpPr/>
              <p:nvPr/>
            </p:nvSpPr>
            <p:spPr>
              <a:xfrm>
                <a:off x="2864575" y="798150"/>
                <a:ext cx="1118925" cy="606000"/>
              </a:xfrm>
              <a:custGeom>
                <a:avLst/>
                <a:gdLst/>
                <a:ahLst/>
                <a:cxnLst/>
                <a:rect l="l" t="t" r="r" b="b"/>
                <a:pathLst>
                  <a:path w="44757" h="24240" extrusionOk="0">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8"/>
              <p:cNvSpPr/>
              <p:nvPr/>
            </p:nvSpPr>
            <p:spPr>
              <a:xfrm>
                <a:off x="2857050" y="695175"/>
                <a:ext cx="1126450" cy="684025"/>
              </a:xfrm>
              <a:custGeom>
                <a:avLst/>
                <a:gdLst/>
                <a:ahLst/>
                <a:cxnLst/>
                <a:rect l="l" t="t" r="r" b="b"/>
                <a:pathLst>
                  <a:path w="45058" h="27361" extrusionOk="0">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8"/>
              <p:cNvSpPr/>
              <p:nvPr/>
            </p:nvSpPr>
            <p:spPr>
              <a:xfrm>
                <a:off x="2567525" y="596950"/>
                <a:ext cx="1415975" cy="728000"/>
              </a:xfrm>
              <a:custGeom>
                <a:avLst/>
                <a:gdLst/>
                <a:ahLst/>
                <a:cxnLst/>
                <a:rect l="l" t="t" r="r" b="b"/>
                <a:pathLst>
                  <a:path w="56639" h="29120" extrusionOk="0">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8"/>
              <p:cNvSpPr/>
              <p:nvPr/>
            </p:nvSpPr>
            <p:spPr>
              <a:xfrm>
                <a:off x="2357225" y="1123325"/>
                <a:ext cx="46750" cy="46350"/>
              </a:xfrm>
              <a:custGeom>
                <a:avLst/>
                <a:gdLst/>
                <a:ahLst/>
                <a:cxnLst/>
                <a:rect l="l" t="t" r="r" b="b"/>
                <a:pathLst>
                  <a:path w="1870" h="1854" extrusionOk="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8"/>
              <p:cNvSpPr/>
              <p:nvPr/>
            </p:nvSpPr>
            <p:spPr>
              <a:xfrm>
                <a:off x="2748525" y="633375"/>
                <a:ext cx="46775" cy="46375"/>
              </a:xfrm>
              <a:custGeom>
                <a:avLst/>
                <a:gdLst/>
                <a:ahLst/>
                <a:cxnLst/>
                <a:rect l="l" t="t" r="r" b="b"/>
                <a:pathLst>
                  <a:path w="1871" h="1855" extrusionOk="0">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8"/>
              <p:cNvSpPr/>
              <p:nvPr/>
            </p:nvSpPr>
            <p:spPr>
              <a:xfrm>
                <a:off x="2842800" y="682900"/>
                <a:ext cx="46375" cy="46350"/>
              </a:xfrm>
              <a:custGeom>
                <a:avLst/>
                <a:gdLst/>
                <a:ahLst/>
                <a:cxnLst/>
                <a:rect l="l" t="t" r="r" b="b"/>
                <a:pathLst>
                  <a:path w="1855" h="1854" extrusionOk="0">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8"/>
              <p:cNvSpPr/>
              <p:nvPr/>
            </p:nvSpPr>
            <p:spPr>
              <a:xfrm>
                <a:off x="2530700" y="1148275"/>
                <a:ext cx="46375" cy="46350"/>
              </a:xfrm>
              <a:custGeom>
                <a:avLst/>
                <a:gdLst/>
                <a:ahLst/>
                <a:cxnLst/>
                <a:rect l="l" t="t" r="r" b="b"/>
                <a:pathLst>
                  <a:path w="1855" h="1854" extrusionOk="0">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8"/>
              <p:cNvSpPr/>
              <p:nvPr/>
            </p:nvSpPr>
            <p:spPr>
              <a:xfrm>
                <a:off x="2916875" y="1286900"/>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8"/>
              <p:cNvSpPr/>
              <p:nvPr/>
            </p:nvSpPr>
            <p:spPr>
              <a:xfrm>
                <a:off x="2280775" y="1031425"/>
                <a:ext cx="51525" cy="51525"/>
              </a:xfrm>
              <a:custGeom>
                <a:avLst/>
                <a:gdLst/>
                <a:ahLst/>
                <a:cxnLst/>
                <a:rect l="l" t="t" r="r" b="b"/>
                <a:pathLst>
                  <a:path w="2061" h="2061" extrusionOk="0">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8"/>
              <p:cNvSpPr/>
              <p:nvPr/>
            </p:nvSpPr>
            <p:spPr>
              <a:xfrm>
                <a:off x="2364750" y="842900"/>
                <a:ext cx="51525" cy="51925"/>
              </a:xfrm>
              <a:custGeom>
                <a:avLst/>
                <a:gdLst/>
                <a:ahLst/>
                <a:cxnLst/>
                <a:rect l="l" t="t" r="r" b="b"/>
                <a:pathLst>
                  <a:path w="2061" h="2077" extrusionOk="0">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8"/>
              <p:cNvSpPr/>
              <p:nvPr/>
            </p:nvSpPr>
            <p:spPr>
              <a:xfrm>
                <a:off x="2468925" y="9027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8"/>
              <p:cNvSpPr/>
              <p:nvPr/>
            </p:nvSpPr>
            <p:spPr>
              <a:xfrm>
                <a:off x="2637250" y="8928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8"/>
              <p:cNvSpPr/>
              <p:nvPr/>
            </p:nvSpPr>
            <p:spPr>
              <a:xfrm>
                <a:off x="2394450" y="952225"/>
                <a:ext cx="51525" cy="51500"/>
              </a:xfrm>
              <a:custGeom>
                <a:avLst/>
                <a:gdLst/>
                <a:ahLst/>
                <a:cxnLst/>
                <a:rect l="l" t="t" r="r" b="b"/>
                <a:pathLst>
                  <a:path w="2061" h="2060" extrusionOk="0">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8"/>
              <p:cNvSpPr/>
              <p:nvPr/>
            </p:nvSpPr>
            <p:spPr>
              <a:xfrm>
                <a:off x="2498625" y="991825"/>
                <a:ext cx="51500" cy="51500"/>
              </a:xfrm>
              <a:custGeom>
                <a:avLst/>
                <a:gdLst/>
                <a:ahLst/>
                <a:cxnLst/>
                <a:rect l="l" t="t" r="r" b="b"/>
                <a:pathLst>
                  <a:path w="2060" h="2060" extrusionOk="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8"/>
              <p:cNvSpPr/>
              <p:nvPr/>
            </p:nvSpPr>
            <p:spPr>
              <a:xfrm>
                <a:off x="2840025" y="749025"/>
                <a:ext cx="51525" cy="51525"/>
              </a:xfrm>
              <a:custGeom>
                <a:avLst/>
                <a:gdLst/>
                <a:ahLst/>
                <a:cxnLst/>
                <a:rect l="l" t="t" r="r" b="b"/>
                <a:pathLst>
                  <a:path w="2061" h="2061" extrusionOk="0">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8"/>
              <p:cNvSpPr/>
              <p:nvPr/>
            </p:nvSpPr>
            <p:spPr>
              <a:xfrm>
                <a:off x="2518425" y="570800"/>
                <a:ext cx="51500" cy="51525"/>
              </a:xfrm>
              <a:custGeom>
                <a:avLst/>
                <a:gdLst/>
                <a:ahLst/>
                <a:cxnLst/>
                <a:rect l="l" t="t" r="r" b="b"/>
                <a:pathLst>
                  <a:path w="2060" h="2061" extrusionOk="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68" name="Google Shape;368;p8"/>
            <p:cNvPicPr preferRelativeResize="0"/>
            <p:nvPr/>
          </p:nvPicPr>
          <p:blipFill>
            <a:blip r:embed="rId3">
              <a:alphaModFix amt="40000"/>
            </a:blip>
            <a:stretch>
              <a:fillRect/>
            </a:stretch>
          </p:blipFill>
          <p:spPr>
            <a:xfrm>
              <a:off x="7114525" y="742825"/>
              <a:ext cx="1177350" cy="1177350"/>
            </a:xfrm>
            <a:prstGeom prst="rect">
              <a:avLst/>
            </a:prstGeom>
            <a:noFill/>
            <a:ln>
              <a:noFill/>
            </a:ln>
          </p:spPr>
        </p:pic>
        <p:pic>
          <p:nvPicPr>
            <p:cNvPr id="369" name="Google Shape;369;p8"/>
            <p:cNvPicPr preferRelativeResize="0"/>
            <p:nvPr/>
          </p:nvPicPr>
          <p:blipFill>
            <a:blip r:embed="rId3">
              <a:alphaModFix amt="40000"/>
            </a:blip>
            <a:stretch>
              <a:fillRect/>
            </a:stretch>
          </p:blipFill>
          <p:spPr>
            <a:xfrm>
              <a:off x="7902550" y="-120600"/>
              <a:ext cx="1177350" cy="1177350"/>
            </a:xfrm>
            <a:prstGeom prst="rect">
              <a:avLst/>
            </a:prstGeom>
            <a:noFill/>
            <a:ln>
              <a:noFill/>
            </a:ln>
          </p:spPr>
        </p:pic>
        <p:pic>
          <p:nvPicPr>
            <p:cNvPr id="370" name="Google Shape;370;p8"/>
            <p:cNvPicPr preferRelativeResize="0"/>
            <p:nvPr/>
          </p:nvPicPr>
          <p:blipFill>
            <a:blip r:embed="rId3">
              <a:alphaModFix amt="40000"/>
            </a:blip>
            <a:stretch>
              <a:fillRect/>
            </a:stretch>
          </p:blipFill>
          <p:spPr>
            <a:xfrm>
              <a:off x="8073525" y="1016825"/>
              <a:ext cx="1177350" cy="117735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1"/>
        <p:cNvGrpSpPr/>
        <p:nvPr/>
      </p:nvGrpSpPr>
      <p:grpSpPr>
        <a:xfrm>
          <a:off x="0" y="0"/>
          <a:ext cx="0" cy="0"/>
          <a:chOff x="0" y="0"/>
          <a:chExt cx="0" cy="0"/>
        </a:xfrm>
      </p:grpSpPr>
      <p:pic>
        <p:nvPicPr>
          <p:cNvPr id="372" name="Google Shape;372;p9"/>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373" name="Google Shape;373;p9"/>
          <p:cNvSpPr txBox="1">
            <a:spLocks noGrp="1"/>
          </p:cNvSpPr>
          <p:nvPr>
            <p:ph type="title"/>
          </p:nvPr>
        </p:nvSpPr>
        <p:spPr>
          <a:xfrm>
            <a:off x="2241450" y="1583838"/>
            <a:ext cx="4661100" cy="98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74" name="Google Shape;374;p9"/>
          <p:cNvSpPr txBox="1">
            <a:spLocks noGrp="1"/>
          </p:cNvSpPr>
          <p:nvPr>
            <p:ph type="subTitle" idx="1"/>
          </p:nvPr>
        </p:nvSpPr>
        <p:spPr>
          <a:xfrm>
            <a:off x="2241450" y="2565163"/>
            <a:ext cx="4661100" cy="99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160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grpSp>
        <p:nvGrpSpPr>
          <p:cNvPr id="375" name="Google Shape;375;p9"/>
          <p:cNvGrpSpPr/>
          <p:nvPr/>
        </p:nvGrpSpPr>
        <p:grpSpPr>
          <a:xfrm>
            <a:off x="-1684333" y="361707"/>
            <a:ext cx="3490358" cy="1733468"/>
            <a:chOff x="-1684333" y="361707"/>
            <a:chExt cx="3490358" cy="1733468"/>
          </a:xfrm>
        </p:grpSpPr>
        <p:grpSp>
          <p:nvGrpSpPr>
            <p:cNvPr id="376" name="Google Shape;376;p9"/>
            <p:cNvGrpSpPr/>
            <p:nvPr/>
          </p:nvGrpSpPr>
          <p:grpSpPr>
            <a:xfrm>
              <a:off x="-1684333" y="361707"/>
              <a:ext cx="2907181" cy="1177348"/>
              <a:chOff x="2442775" y="3274750"/>
              <a:chExt cx="1690025" cy="684425"/>
            </a:xfrm>
          </p:grpSpPr>
          <p:sp>
            <p:nvSpPr>
              <p:cNvPr id="377" name="Google Shape;377;p9"/>
              <p:cNvSpPr/>
              <p:nvPr/>
            </p:nvSpPr>
            <p:spPr>
              <a:xfrm>
                <a:off x="2683575" y="3475550"/>
                <a:ext cx="870175" cy="445600"/>
              </a:xfrm>
              <a:custGeom>
                <a:avLst/>
                <a:gdLst/>
                <a:ahLst/>
                <a:cxnLst/>
                <a:rect l="l" t="t" r="r" b="b"/>
                <a:pathLst>
                  <a:path w="34807" h="17824" extrusionOk="0">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9"/>
              <p:cNvSpPr/>
              <p:nvPr/>
            </p:nvSpPr>
            <p:spPr>
              <a:xfrm>
                <a:off x="3728800" y="3776950"/>
                <a:ext cx="359650" cy="139050"/>
              </a:xfrm>
              <a:custGeom>
                <a:avLst/>
                <a:gdLst/>
                <a:ahLst/>
                <a:cxnLst/>
                <a:rect l="l" t="t" r="r" b="b"/>
                <a:pathLst>
                  <a:path w="14386" h="5562" extrusionOk="0">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9"/>
              <p:cNvSpPr/>
              <p:nvPr/>
            </p:nvSpPr>
            <p:spPr>
              <a:xfrm>
                <a:off x="2739025" y="3416125"/>
                <a:ext cx="1218725" cy="460275"/>
              </a:xfrm>
              <a:custGeom>
                <a:avLst/>
                <a:gdLst/>
                <a:ahLst/>
                <a:cxnLst/>
                <a:rect l="l" t="t" r="r" b="b"/>
                <a:pathLst>
                  <a:path w="48749" h="18411" extrusionOk="0">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9"/>
              <p:cNvSpPr/>
              <p:nvPr/>
            </p:nvSpPr>
            <p:spPr>
              <a:xfrm>
                <a:off x="2696650" y="3396325"/>
                <a:ext cx="1145050" cy="383025"/>
              </a:xfrm>
              <a:custGeom>
                <a:avLst/>
                <a:gdLst/>
                <a:ahLst/>
                <a:cxnLst/>
                <a:rect l="l" t="t" r="r" b="b"/>
                <a:pathLst>
                  <a:path w="45802" h="15321" extrusionOk="0">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9"/>
              <p:cNvSpPr/>
              <p:nvPr/>
            </p:nvSpPr>
            <p:spPr>
              <a:xfrm>
                <a:off x="2491100" y="3376525"/>
                <a:ext cx="1412375" cy="386200"/>
              </a:xfrm>
              <a:custGeom>
                <a:avLst/>
                <a:gdLst/>
                <a:ahLst/>
                <a:cxnLst/>
                <a:rect l="l" t="t" r="r" b="b"/>
                <a:pathLst>
                  <a:path w="56495" h="15448" extrusionOk="0">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9"/>
              <p:cNvSpPr/>
              <p:nvPr/>
            </p:nvSpPr>
            <p:spPr>
              <a:xfrm>
                <a:off x="3040050" y="3312775"/>
                <a:ext cx="532725" cy="192500"/>
              </a:xfrm>
              <a:custGeom>
                <a:avLst/>
                <a:gdLst/>
                <a:ahLst/>
                <a:cxnLst/>
                <a:rect l="l" t="t" r="r" b="b"/>
                <a:pathLst>
                  <a:path w="21309" h="7700" extrusionOk="0">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9"/>
              <p:cNvSpPr/>
              <p:nvPr/>
            </p:nvSpPr>
            <p:spPr>
              <a:xfrm>
                <a:off x="2618225" y="3346825"/>
                <a:ext cx="692750" cy="168350"/>
              </a:xfrm>
              <a:custGeom>
                <a:avLst/>
                <a:gdLst/>
                <a:ahLst/>
                <a:cxnLst/>
                <a:rect l="l" t="t" r="r" b="b"/>
                <a:pathLst>
                  <a:path w="27710" h="6734" extrusionOk="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9"/>
              <p:cNvSpPr/>
              <p:nvPr/>
            </p:nvSpPr>
            <p:spPr>
              <a:xfrm>
                <a:off x="3526800" y="3912800"/>
                <a:ext cx="46375" cy="46375"/>
              </a:xfrm>
              <a:custGeom>
                <a:avLst/>
                <a:gdLst/>
                <a:ahLst/>
                <a:cxnLst/>
                <a:rect l="l" t="t" r="r" b="b"/>
                <a:pathLst>
                  <a:path w="1855" h="1855" extrusionOk="0">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4086050" y="3828450"/>
                <a:ext cx="46750" cy="46750"/>
              </a:xfrm>
              <a:custGeom>
                <a:avLst/>
                <a:gdLst/>
                <a:ahLst/>
                <a:cxnLst/>
                <a:rect l="l" t="t" r="r" b="b"/>
                <a:pathLst>
                  <a:path w="1870" h="1870" extrusionOk="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9"/>
              <p:cNvSpPr/>
              <p:nvPr/>
            </p:nvSpPr>
            <p:spPr>
              <a:xfrm>
                <a:off x="2670500" y="3427625"/>
                <a:ext cx="46375" cy="46350"/>
              </a:xfrm>
              <a:custGeom>
                <a:avLst/>
                <a:gdLst/>
                <a:ahLst/>
                <a:cxnLst/>
                <a:rect l="l" t="t" r="r" b="b"/>
                <a:pathLst>
                  <a:path w="1855" h="1854" extrusionOk="0">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9"/>
              <p:cNvSpPr/>
              <p:nvPr/>
            </p:nvSpPr>
            <p:spPr>
              <a:xfrm>
                <a:off x="3289175" y="3487025"/>
                <a:ext cx="46350" cy="46375"/>
              </a:xfrm>
              <a:custGeom>
                <a:avLst/>
                <a:gdLst/>
                <a:ahLst/>
                <a:cxnLst/>
                <a:rect l="l" t="t" r="r" b="b"/>
                <a:pathLst>
                  <a:path w="1854" h="1855" extrusionOk="0">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3002025" y="3274750"/>
                <a:ext cx="46750" cy="46750"/>
              </a:xfrm>
              <a:custGeom>
                <a:avLst/>
                <a:gdLst/>
                <a:ahLst/>
                <a:cxnLst/>
                <a:rect l="l" t="t" r="r" b="b"/>
                <a:pathLst>
                  <a:path w="1870" h="1870" extrusionOk="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9"/>
              <p:cNvSpPr/>
              <p:nvPr/>
            </p:nvSpPr>
            <p:spPr>
              <a:xfrm>
                <a:off x="3625825" y="3675175"/>
                <a:ext cx="46350" cy="46350"/>
              </a:xfrm>
              <a:custGeom>
                <a:avLst/>
                <a:gdLst/>
                <a:ahLst/>
                <a:cxnLst/>
                <a:rect l="l" t="t" r="r" b="b"/>
                <a:pathLst>
                  <a:path w="1854"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9"/>
              <p:cNvSpPr/>
              <p:nvPr/>
            </p:nvSpPr>
            <p:spPr>
              <a:xfrm>
                <a:off x="3699875" y="3754375"/>
                <a:ext cx="46775" cy="46375"/>
              </a:xfrm>
              <a:custGeom>
                <a:avLst/>
                <a:gdLst/>
                <a:ahLst/>
                <a:cxnLst/>
                <a:rect l="l" t="t" r="r" b="b"/>
                <a:pathLst>
                  <a:path w="1871" h="1855" extrusionOk="0">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a:off x="3954950" y="3816175"/>
                <a:ext cx="51500" cy="51500"/>
              </a:xfrm>
              <a:custGeom>
                <a:avLst/>
                <a:gdLst/>
                <a:ahLst/>
                <a:cxnLst/>
                <a:rect l="l" t="t" r="r" b="b"/>
                <a:pathLst>
                  <a:path w="2060" h="2060" extrusionOk="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9"/>
              <p:cNvSpPr/>
              <p:nvPr/>
            </p:nvSpPr>
            <p:spPr>
              <a:xfrm>
                <a:off x="3900675" y="3731800"/>
                <a:ext cx="51525" cy="51525"/>
              </a:xfrm>
              <a:custGeom>
                <a:avLst/>
                <a:gdLst/>
                <a:ahLst/>
                <a:cxnLst/>
                <a:rect l="l" t="t" r="r" b="b"/>
                <a:pathLst>
                  <a:path w="2061" h="2061" extrusionOk="0">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9"/>
              <p:cNvSpPr/>
              <p:nvPr/>
            </p:nvSpPr>
            <p:spPr>
              <a:xfrm>
                <a:off x="3826225" y="3771400"/>
                <a:ext cx="51525" cy="51525"/>
              </a:xfrm>
              <a:custGeom>
                <a:avLst/>
                <a:gdLst/>
                <a:ahLst/>
                <a:cxnLst/>
                <a:rect l="l" t="t" r="r" b="b"/>
                <a:pathLst>
                  <a:path w="2061" h="2061" extrusionOk="0">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9"/>
              <p:cNvSpPr/>
              <p:nvPr/>
            </p:nvSpPr>
            <p:spPr>
              <a:xfrm>
                <a:off x="3360850" y="3410200"/>
                <a:ext cx="51525" cy="51500"/>
              </a:xfrm>
              <a:custGeom>
                <a:avLst/>
                <a:gdLst/>
                <a:ahLst/>
                <a:cxnLst/>
                <a:rect l="l" t="t" r="r" b="b"/>
                <a:pathLst>
                  <a:path w="2061" h="2060" extrusionOk="0">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9"/>
              <p:cNvSpPr/>
              <p:nvPr/>
            </p:nvSpPr>
            <p:spPr>
              <a:xfrm>
                <a:off x="2442775" y="3353175"/>
                <a:ext cx="51525" cy="51500"/>
              </a:xfrm>
              <a:custGeom>
                <a:avLst/>
                <a:gdLst/>
                <a:ahLst/>
                <a:cxnLst/>
                <a:rect l="l" t="t" r="r" b="b"/>
                <a:pathLst>
                  <a:path w="2061" h="2060" extrusionOk="0">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9"/>
              <p:cNvSpPr/>
              <p:nvPr/>
            </p:nvSpPr>
            <p:spPr>
              <a:xfrm>
                <a:off x="2569525" y="3318300"/>
                <a:ext cx="51500" cy="51925"/>
              </a:xfrm>
              <a:custGeom>
                <a:avLst/>
                <a:gdLst/>
                <a:ahLst/>
                <a:cxnLst/>
                <a:rect l="l" t="t" r="r" b="b"/>
                <a:pathLst>
                  <a:path w="2060" h="2077" extrusionOk="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9"/>
              <p:cNvSpPr/>
              <p:nvPr/>
            </p:nvSpPr>
            <p:spPr>
              <a:xfrm>
                <a:off x="2634875" y="3515950"/>
                <a:ext cx="51500" cy="51500"/>
              </a:xfrm>
              <a:custGeom>
                <a:avLst/>
                <a:gdLst/>
                <a:ahLst/>
                <a:cxnLst/>
                <a:rect l="l" t="t" r="r" b="b"/>
                <a:pathLst>
                  <a:path w="2060" h="2060" extrusionOk="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98" name="Google Shape;398;p9"/>
            <p:cNvPicPr preferRelativeResize="0"/>
            <p:nvPr/>
          </p:nvPicPr>
          <p:blipFill>
            <a:blip r:embed="rId3">
              <a:alphaModFix amt="40000"/>
            </a:blip>
            <a:stretch>
              <a:fillRect/>
            </a:stretch>
          </p:blipFill>
          <p:spPr>
            <a:xfrm>
              <a:off x="628675" y="761700"/>
              <a:ext cx="1177350" cy="1177350"/>
            </a:xfrm>
            <a:prstGeom prst="rect">
              <a:avLst/>
            </a:prstGeom>
            <a:noFill/>
            <a:ln>
              <a:noFill/>
            </a:ln>
          </p:spPr>
        </p:pic>
        <p:pic>
          <p:nvPicPr>
            <p:cNvPr id="399" name="Google Shape;399;p9"/>
            <p:cNvPicPr preferRelativeResize="0"/>
            <p:nvPr/>
          </p:nvPicPr>
          <p:blipFill>
            <a:blip r:embed="rId3">
              <a:alphaModFix amt="40000"/>
            </a:blip>
            <a:stretch>
              <a:fillRect/>
            </a:stretch>
          </p:blipFill>
          <p:spPr>
            <a:xfrm>
              <a:off x="-337750" y="917825"/>
              <a:ext cx="1177350" cy="1177350"/>
            </a:xfrm>
            <a:prstGeom prst="rect">
              <a:avLst/>
            </a:prstGeom>
            <a:noFill/>
            <a:ln>
              <a:noFill/>
            </a:ln>
          </p:spPr>
        </p:pic>
      </p:grpSp>
      <p:grpSp>
        <p:nvGrpSpPr>
          <p:cNvPr id="400" name="Google Shape;400;p9"/>
          <p:cNvGrpSpPr/>
          <p:nvPr/>
        </p:nvGrpSpPr>
        <p:grpSpPr>
          <a:xfrm>
            <a:off x="7323150" y="3559675"/>
            <a:ext cx="4020937" cy="1950500"/>
            <a:chOff x="7323150" y="3559675"/>
            <a:chExt cx="4020937" cy="1950500"/>
          </a:xfrm>
        </p:grpSpPr>
        <p:grpSp>
          <p:nvGrpSpPr>
            <p:cNvPr id="401" name="Google Shape;401;p9"/>
            <p:cNvGrpSpPr/>
            <p:nvPr/>
          </p:nvGrpSpPr>
          <p:grpSpPr>
            <a:xfrm>
              <a:off x="7802532" y="3702559"/>
              <a:ext cx="3541556" cy="1323917"/>
              <a:chOff x="2133050" y="2071900"/>
              <a:chExt cx="2132825" cy="797300"/>
            </a:xfrm>
          </p:grpSpPr>
          <p:sp>
            <p:nvSpPr>
              <p:cNvPr id="402" name="Google Shape;402;p9"/>
              <p:cNvSpPr/>
              <p:nvPr/>
            </p:nvSpPr>
            <p:spPr>
              <a:xfrm>
                <a:off x="2270875" y="2219625"/>
                <a:ext cx="747000" cy="267375"/>
              </a:xfrm>
              <a:custGeom>
                <a:avLst/>
                <a:gdLst/>
                <a:ahLst/>
                <a:cxnLst/>
                <a:rect l="l" t="t" r="r" b="b"/>
                <a:pathLst>
                  <a:path w="29880" h="10695" extrusionOk="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9"/>
              <p:cNvSpPr/>
              <p:nvPr/>
            </p:nvSpPr>
            <p:spPr>
              <a:xfrm>
                <a:off x="2182175" y="2199825"/>
                <a:ext cx="1311375" cy="282025"/>
              </a:xfrm>
              <a:custGeom>
                <a:avLst/>
                <a:gdLst/>
                <a:ahLst/>
                <a:cxnLst/>
                <a:rect l="l" t="t" r="r" b="b"/>
                <a:pathLst>
                  <a:path w="52455" h="11281" extrusionOk="0">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9"/>
              <p:cNvSpPr/>
              <p:nvPr/>
            </p:nvSpPr>
            <p:spPr>
              <a:xfrm>
                <a:off x="3182625" y="2105550"/>
                <a:ext cx="901850" cy="61825"/>
              </a:xfrm>
              <a:custGeom>
                <a:avLst/>
                <a:gdLst/>
                <a:ahLst/>
                <a:cxnLst/>
                <a:rect l="l" t="t" r="r" b="b"/>
                <a:pathLst>
                  <a:path w="36074" h="2473" extrusionOk="0">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9"/>
              <p:cNvSpPr/>
              <p:nvPr/>
            </p:nvSpPr>
            <p:spPr>
              <a:xfrm>
                <a:off x="3306975" y="2135275"/>
                <a:ext cx="934350" cy="79225"/>
              </a:xfrm>
              <a:custGeom>
                <a:avLst/>
                <a:gdLst/>
                <a:ahLst/>
                <a:cxnLst/>
                <a:rect l="l" t="t" r="r" b="b"/>
                <a:pathLst>
                  <a:path w="37374" h="3169" extrusionOk="0">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9"/>
              <p:cNvSpPr/>
              <p:nvPr/>
            </p:nvSpPr>
            <p:spPr>
              <a:xfrm>
                <a:off x="2627350" y="2303600"/>
                <a:ext cx="1638525" cy="516475"/>
              </a:xfrm>
              <a:custGeom>
                <a:avLst/>
                <a:gdLst/>
                <a:ahLst/>
                <a:cxnLst/>
                <a:rect l="l" t="t" r="r" b="b"/>
                <a:pathLst>
                  <a:path w="65541" h="20659" extrusionOk="0">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9"/>
              <p:cNvSpPr/>
              <p:nvPr/>
            </p:nvSpPr>
            <p:spPr>
              <a:xfrm>
                <a:off x="2216225" y="2328550"/>
                <a:ext cx="1225450" cy="460250"/>
              </a:xfrm>
              <a:custGeom>
                <a:avLst/>
                <a:gdLst/>
                <a:ahLst/>
                <a:cxnLst/>
                <a:rect l="l" t="t" r="r" b="b"/>
                <a:pathLst>
                  <a:path w="49018" h="18410" extrusionOk="0">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9"/>
              <p:cNvSpPr/>
              <p:nvPr/>
            </p:nvSpPr>
            <p:spPr>
              <a:xfrm>
                <a:off x="2338600" y="2308750"/>
                <a:ext cx="1145850" cy="383400"/>
              </a:xfrm>
              <a:custGeom>
                <a:avLst/>
                <a:gdLst/>
                <a:ahLst/>
                <a:cxnLst/>
                <a:rect l="l" t="t" r="r" b="b"/>
                <a:pathLst>
                  <a:path w="45834" h="15336" extrusionOk="0">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9"/>
              <p:cNvSpPr/>
              <p:nvPr/>
            </p:nvSpPr>
            <p:spPr>
              <a:xfrm>
                <a:off x="2270875" y="2288925"/>
                <a:ext cx="1995000" cy="386200"/>
              </a:xfrm>
              <a:custGeom>
                <a:avLst/>
                <a:gdLst/>
                <a:ahLst/>
                <a:cxnLst/>
                <a:rect l="l" t="t" r="r" b="b"/>
                <a:pathLst>
                  <a:path w="79800" h="15448" extrusionOk="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9"/>
              <p:cNvSpPr/>
              <p:nvPr/>
            </p:nvSpPr>
            <p:spPr>
              <a:xfrm>
                <a:off x="2607925" y="2239425"/>
                <a:ext cx="850775" cy="188150"/>
              </a:xfrm>
              <a:custGeom>
                <a:avLst/>
                <a:gdLst/>
                <a:ahLst/>
                <a:cxnLst/>
                <a:rect l="l" t="t" r="r" b="b"/>
                <a:pathLst>
                  <a:path w="34031" h="7526" extrusionOk="0">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9"/>
              <p:cNvSpPr/>
              <p:nvPr/>
            </p:nvSpPr>
            <p:spPr>
              <a:xfrm>
                <a:off x="2686750" y="2749175"/>
                <a:ext cx="134675" cy="49125"/>
              </a:xfrm>
              <a:custGeom>
                <a:avLst/>
                <a:gdLst/>
                <a:ahLst/>
                <a:cxnLst/>
                <a:rect l="l" t="t" r="r" b="b"/>
                <a:pathLst>
                  <a:path w="5387" h="1965" extrusionOk="0">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9"/>
              <p:cNvSpPr/>
              <p:nvPr/>
            </p:nvSpPr>
            <p:spPr>
              <a:xfrm>
                <a:off x="3467400" y="217645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9"/>
              <p:cNvSpPr/>
              <p:nvPr/>
            </p:nvSpPr>
            <p:spPr>
              <a:xfrm>
                <a:off x="2234450" y="2646575"/>
                <a:ext cx="46750" cy="46775"/>
              </a:xfrm>
              <a:custGeom>
                <a:avLst/>
                <a:gdLst/>
                <a:ahLst/>
                <a:cxnLst/>
                <a:rect l="l" t="t" r="r" b="b"/>
                <a:pathLst>
                  <a:path w="1870" h="1871" extrusionOk="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9"/>
              <p:cNvSpPr/>
              <p:nvPr/>
            </p:nvSpPr>
            <p:spPr>
              <a:xfrm>
                <a:off x="2175025" y="2735700"/>
                <a:ext cx="46775" cy="46750"/>
              </a:xfrm>
              <a:custGeom>
                <a:avLst/>
                <a:gdLst/>
                <a:ahLst/>
                <a:cxnLst/>
                <a:rect l="l" t="t" r="r" b="b"/>
                <a:pathLst>
                  <a:path w="1871" h="1870" extrusionOk="0">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9"/>
              <p:cNvSpPr/>
              <p:nvPr/>
            </p:nvSpPr>
            <p:spPr>
              <a:xfrm>
                <a:off x="2502175" y="2587175"/>
                <a:ext cx="46375" cy="46750"/>
              </a:xfrm>
              <a:custGeom>
                <a:avLst/>
                <a:gdLst/>
                <a:ahLst/>
                <a:cxnLst/>
                <a:rect l="l" t="t" r="r" b="b"/>
                <a:pathLst>
                  <a:path w="1855" h="1870" extrusionOk="0">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9"/>
              <p:cNvSpPr/>
              <p:nvPr/>
            </p:nvSpPr>
            <p:spPr>
              <a:xfrm>
                <a:off x="2774275" y="2309925"/>
                <a:ext cx="46775" cy="46775"/>
              </a:xfrm>
              <a:custGeom>
                <a:avLst/>
                <a:gdLst/>
                <a:ahLst/>
                <a:cxnLst/>
                <a:rect l="l" t="t" r="r" b="b"/>
                <a:pathLst>
                  <a:path w="1871" h="1871" extrusionOk="0">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9"/>
              <p:cNvSpPr/>
              <p:nvPr/>
            </p:nvSpPr>
            <p:spPr>
              <a:xfrm>
                <a:off x="2803975" y="2780450"/>
                <a:ext cx="46775" cy="46375"/>
              </a:xfrm>
              <a:custGeom>
                <a:avLst/>
                <a:gdLst/>
                <a:ahLst/>
                <a:cxnLst/>
                <a:rect l="l" t="t" r="r" b="b"/>
                <a:pathLst>
                  <a:path w="1871" h="1855" extrusionOk="0">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9"/>
              <p:cNvSpPr/>
              <p:nvPr/>
            </p:nvSpPr>
            <p:spPr>
              <a:xfrm>
                <a:off x="3462250" y="2334875"/>
                <a:ext cx="46750" cy="46375"/>
              </a:xfrm>
              <a:custGeom>
                <a:avLst/>
                <a:gdLst/>
                <a:ahLst/>
                <a:cxnLst/>
                <a:rect l="l" t="t" r="r" b="b"/>
                <a:pathLst>
                  <a:path w="1870" h="1855" extrusionOk="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9"/>
              <p:cNvSpPr/>
              <p:nvPr/>
            </p:nvSpPr>
            <p:spPr>
              <a:xfrm>
                <a:off x="3165600" y="2141600"/>
                <a:ext cx="46350" cy="46750"/>
              </a:xfrm>
              <a:custGeom>
                <a:avLst/>
                <a:gdLst/>
                <a:ahLst/>
                <a:cxnLst/>
                <a:rect l="l" t="t" r="r" b="b"/>
                <a:pathLst>
                  <a:path w="1854" h="1870" extrusionOk="0">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9"/>
              <p:cNvSpPr/>
              <p:nvPr/>
            </p:nvSpPr>
            <p:spPr>
              <a:xfrm>
                <a:off x="2843600" y="2404200"/>
                <a:ext cx="46750" cy="46350"/>
              </a:xfrm>
              <a:custGeom>
                <a:avLst/>
                <a:gdLst/>
                <a:ahLst/>
                <a:cxnLst/>
                <a:rect l="l" t="t" r="r" b="b"/>
                <a:pathLst>
                  <a:path w="1870" h="1854" extrusionOk="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9"/>
              <p:cNvSpPr/>
              <p:nvPr/>
            </p:nvSpPr>
            <p:spPr>
              <a:xfrm>
                <a:off x="2249500" y="248340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9"/>
              <p:cNvSpPr/>
              <p:nvPr/>
            </p:nvSpPr>
            <p:spPr>
              <a:xfrm>
                <a:off x="2864575" y="2111500"/>
                <a:ext cx="217075" cy="25375"/>
              </a:xfrm>
              <a:custGeom>
                <a:avLst/>
                <a:gdLst/>
                <a:ahLst/>
                <a:cxnLst/>
                <a:rect l="l" t="t" r="r" b="b"/>
                <a:pathLst>
                  <a:path w="8683" h="1015" extrusionOk="0">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9"/>
              <p:cNvSpPr/>
              <p:nvPr/>
            </p:nvSpPr>
            <p:spPr>
              <a:xfrm>
                <a:off x="3067775" y="2079025"/>
                <a:ext cx="46750" cy="46350"/>
              </a:xfrm>
              <a:custGeom>
                <a:avLst/>
                <a:gdLst/>
                <a:ahLst/>
                <a:cxnLst/>
                <a:rect l="l" t="t" r="r" b="b"/>
                <a:pathLst>
                  <a:path w="1870" h="1854" extrusionOk="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9"/>
              <p:cNvSpPr/>
              <p:nvPr/>
            </p:nvSpPr>
            <p:spPr>
              <a:xfrm>
                <a:off x="2827750" y="2071900"/>
                <a:ext cx="51500" cy="51500"/>
              </a:xfrm>
              <a:custGeom>
                <a:avLst/>
                <a:gdLst/>
                <a:ahLst/>
                <a:cxnLst/>
                <a:rect l="l" t="t" r="r" b="b"/>
                <a:pathLst>
                  <a:path w="2060" h="2060" extrusionOk="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9"/>
              <p:cNvSpPr/>
              <p:nvPr/>
            </p:nvSpPr>
            <p:spPr>
              <a:xfrm>
                <a:off x="3261825" y="2119425"/>
                <a:ext cx="51525" cy="51500"/>
              </a:xfrm>
              <a:custGeom>
                <a:avLst/>
                <a:gdLst/>
                <a:ahLst/>
                <a:cxnLst/>
                <a:rect l="l" t="t" r="r" b="b"/>
                <a:pathLst>
                  <a:path w="2061" h="2060" extrusionOk="0">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9"/>
              <p:cNvSpPr/>
              <p:nvPr/>
            </p:nvSpPr>
            <p:spPr>
              <a:xfrm>
                <a:off x="3004400" y="2223575"/>
                <a:ext cx="51500" cy="51525"/>
              </a:xfrm>
              <a:custGeom>
                <a:avLst/>
                <a:gdLst/>
                <a:ahLst/>
                <a:cxnLst/>
                <a:rect l="l" t="t" r="r" b="b"/>
                <a:pathLst>
                  <a:path w="2060" h="2061" extrusionOk="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9"/>
              <p:cNvSpPr/>
              <p:nvPr/>
            </p:nvSpPr>
            <p:spPr>
              <a:xfrm>
                <a:off x="2301375" y="2683825"/>
                <a:ext cx="51525" cy="51500"/>
              </a:xfrm>
              <a:custGeom>
                <a:avLst/>
                <a:gdLst/>
                <a:ahLst/>
                <a:cxnLst/>
                <a:rect l="l" t="t" r="r" b="b"/>
                <a:pathLst>
                  <a:path w="2061" h="2060" extrusionOk="0">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9"/>
              <p:cNvSpPr/>
              <p:nvPr/>
            </p:nvSpPr>
            <p:spPr>
              <a:xfrm>
                <a:off x="2133050" y="2456075"/>
                <a:ext cx="51525" cy="51525"/>
              </a:xfrm>
              <a:custGeom>
                <a:avLst/>
                <a:gdLst/>
                <a:ahLst/>
                <a:cxnLst/>
                <a:rect l="l" t="t" r="r" b="b"/>
                <a:pathLst>
                  <a:path w="2061" h="2061" extrusionOk="0">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9"/>
              <p:cNvSpPr/>
              <p:nvPr/>
            </p:nvSpPr>
            <p:spPr>
              <a:xfrm>
                <a:off x="2603575" y="2817275"/>
                <a:ext cx="51525" cy="51925"/>
              </a:xfrm>
              <a:custGeom>
                <a:avLst/>
                <a:gdLst/>
                <a:ahLst/>
                <a:cxnLst/>
                <a:rect l="l" t="t" r="r" b="b"/>
                <a:pathLst>
                  <a:path w="2061" h="2077" extrusionOk="0">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9"/>
              <p:cNvSpPr/>
              <p:nvPr/>
            </p:nvSpPr>
            <p:spPr>
              <a:xfrm>
                <a:off x="2647925" y="2782825"/>
                <a:ext cx="51525" cy="51525"/>
              </a:xfrm>
              <a:custGeom>
                <a:avLst/>
                <a:gdLst/>
                <a:ahLst/>
                <a:cxnLst/>
                <a:rect l="l" t="t" r="r" b="b"/>
                <a:pathLst>
                  <a:path w="2061" h="2061" extrusionOk="0">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9"/>
              <p:cNvSpPr/>
              <p:nvPr/>
            </p:nvSpPr>
            <p:spPr>
              <a:xfrm>
                <a:off x="3964850" y="2084975"/>
                <a:ext cx="51500" cy="51500"/>
              </a:xfrm>
              <a:custGeom>
                <a:avLst/>
                <a:gdLst/>
                <a:ahLst/>
                <a:cxnLst/>
                <a:rect l="l" t="t" r="r" b="b"/>
                <a:pathLst>
                  <a:path w="2060" h="2060" extrusionOk="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32" name="Google Shape;432;p9"/>
            <p:cNvPicPr preferRelativeResize="0"/>
            <p:nvPr/>
          </p:nvPicPr>
          <p:blipFill>
            <a:blip r:embed="rId3">
              <a:alphaModFix amt="40000"/>
            </a:blip>
            <a:stretch>
              <a:fillRect/>
            </a:stretch>
          </p:blipFill>
          <p:spPr>
            <a:xfrm>
              <a:off x="7323150" y="4207425"/>
              <a:ext cx="1177350" cy="1177350"/>
            </a:xfrm>
            <a:prstGeom prst="rect">
              <a:avLst/>
            </a:prstGeom>
            <a:noFill/>
            <a:ln>
              <a:noFill/>
            </a:ln>
          </p:spPr>
        </p:pic>
        <p:pic>
          <p:nvPicPr>
            <p:cNvPr id="433" name="Google Shape;433;p9"/>
            <p:cNvPicPr preferRelativeResize="0"/>
            <p:nvPr/>
          </p:nvPicPr>
          <p:blipFill>
            <a:blip r:embed="rId3">
              <a:alphaModFix amt="40000"/>
            </a:blip>
            <a:stretch>
              <a:fillRect/>
            </a:stretch>
          </p:blipFill>
          <p:spPr>
            <a:xfrm>
              <a:off x="8282150" y="3559675"/>
              <a:ext cx="1177350" cy="1177350"/>
            </a:xfrm>
            <a:prstGeom prst="rect">
              <a:avLst/>
            </a:prstGeom>
            <a:noFill/>
            <a:ln>
              <a:noFill/>
            </a:ln>
          </p:spPr>
        </p:pic>
        <p:pic>
          <p:nvPicPr>
            <p:cNvPr id="434" name="Google Shape;434;p9"/>
            <p:cNvPicPr preferRelativeResize="0"/>
            <p:nvPr/>
          </p:nvPicPr>
          <p:blipFill>
            <a:blip r:embed="rId3">
              <a:alphaModFix amt="40000"/>
            </a:blip>
            <a:stretch>
              <a:fillRect/>
            </a:stretch>
          </p:blipFill>
          <p:spPr>
            <a:xfrm>
              <a:off x="8363950" y="4332825"/>
              <a:ext cx="1177350" cy="1177350"/>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5"/>
        <p:cNvGrpSpPr/>
        <p:nvPr/>
      </p:nvGrpSpPr>
      <p:grpSpPr>
        <a:xfrm>
          <a:off x="0" y="0"/>
          <a:ext cx="0" cy="0"/>
          <a:chOff x="0" y="0"/>
          <a:chExt cx="0" cy="0"/>
        </a:xfrm>
      </p:grpSpPr>
      <p:pic>
        <p:nvPicPr>
          <p:cNvPr id="436" name="Google Shape;436;p10"/>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437" name="Google Shape;437;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438" name="Google Shape;438;p10"/>
          <p:cNvGrpSpPr/>
          <p:nvPr/>
        </p:nvGrpSpPr>
        <p:grpSpPr>
          <a:xfrm>
            <a:off x="-1642006" y="-243575"/>
            <a:ext cx="3539356" cy="2528970"/>
            <a:chOff x="-1642006" y="-243575"/>
            <a:chExt cx="3539356" cy="2528970"/>
          </a:xfrm>
        </p:grpSpPr>
        <p:grpSp>
          <p:nvGrpSpPr>
            <p:cNvPr id="439" name="Google Shape;439;p10"/>
            <p:cNvGrpSpPr/>
            <p:nvPr/>
          </p:nvGrpSpPr>
          <p:grpSpPr>
            <a:xfrm flipH="1">
              <a:off x="-1642006" y="159248"/>
              <a:ext cx="3134546" cy="2126147"/>
              <a:chOff x="2280775" y="570800"/>
              <a:chExt cx="1702725" cy="1154950"/>
            </a:xfrm>
          </p:grpSpPr>
          <p:sp>
            <p:nvSpPr>
              <p:cNvPr id="440" name="Google Shape;440;p10"/>
              <p:cNvSpPr/>
              <p:nvPr/>
            </p:nvSpPr>
            <p:spPr>
              <a:xfrm>
                <a:off x="2562775" y="1179175"/>
                <a:ext cx="1420725" cy="546575"/>
              </a:xfrm>
              <a:custGeom>
                <a:avLst/>
                <a:gdLst/>
                <a:ahLst/>
                <a:cxnLst/>
                <a:rect l="l" t="t" r="r" b="b"/>
                <a:pathLst>
                  <a:path w="56829" h="21863" extrusionOk="0">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0"/>
              <p:cNvSpPr/>
              <p:nvPr/>
            </p:nvSpPr>
            <p:spPr>
              <a:xfrm>
                <a:off x="2385350" y="1087275"/>
                <a:ext cx="1598150" cy="574325"/>
              </a:xfrm>
              <a:custGeom>
                <a:avLst/>
                <a:gdLst/>
                <a:ahLst/>
                <a:cxnLst/>
                <a:rect l="l" t="t" r="r" b="b"/>
                <a:pathLst>
                  <a:path w="63926" h="22973" extrusionOk="0">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0"/>
              <p:cNvSpPr/>
              <p:nvPr/>
            </p:nvSpPr>
            <p:spPr>
              <a:xfrm>
                <a:off x="2329900" y="1057575"/>
                <a:ext cx="1653600" cy="579075"/>
              </a:xfrm>
              <a:custGeom>
                <a:avLst/>
                <a:gdLst/>
                <a:ahLst/>
                <a:cxnLst/>
                <a:rect l="l" t="t" r="r" b="b"/>
                <a:pathLst>
                  <a:path w="66144" h="23163" extrusionOk="0">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0"/>
              <p:cNvSpPr/>
              <p:nvPr/>
            </p:nvSpPr>
            <p:spPr>
              <a:xfrm>
                <a:off x="2547725" y="1017975"/>
                <a:ext cx="1435775" cy="598875"/>
              </a:xfrm>
              <a:custGeom>
                <a:avLst/>
                <a:gdLst/>
                <a:ahLst/>
                <a:cxnLst/>
                <a:rect l="l" t="t" r="r" b="b"/>
                <a:pathLst>
                  <a:path w="57431" h="23955" extrusionOk="0">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0"/>
              <p:cNvSpPr/>
              <p:nvPr/>
            </p:nvSpPr>
            <p:spPr>
              <a:xfrm>
                <a:off x="2442775" y="978350"/>
                <a:ext cx="1540725" cy="613925"/>
              </a:xfrm>
              <a:custGeom>
                <a:avLst/>
                <a:gdLst/>
                <a:ahLst/>
                <a:cxnLst/>
                <a:rect l="l" t="t" r="r" b="b"/>
                <a:pathLst>
                  <a:path w="61629" h="24557" extrusionOk="0">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0"/>
              <p:cNvSpPr/>
              <p:nvPr/>
            </p:nvSpPr>
            <p:spPr>
              <a:xfrm>
                <a:off x="2676850" y="934800"/>
                <a:ext cx="1306650" cy="637675"/>
              </a:xfrm>
              <a:custGeom>
                <a:avLst/>
                <a:gdLst/>
                <a:ahLst/>
                <a:cxnLst/>
                <a:rect l="l" t="t" r="r" b="b"/>
                <a:pathLst>
                  <a:path w="52266" h="25507" extrusionOk="0">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0"/>
              <p:cNvSpPr/>
              <p:nvPr/>
            </p:nvSpPr>
            <p:spPr>
              <a:xfrm>
                <a:off x="2508525" y="824675"/>
                <a:ext cx="1474975" cy="722850"/>
              </a:xfrm>
              <a:custGeom>
                <a:avLst/>
                <a:gdLst/>
                <a:ahLst/>
                <a:cxnLst/>
                <a:rect l="l" t="t" r="r" b="b"/>
                <a:pathLst>
                  <a:path w="58999" h="28914" extrusionOk="0">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0"/>
              <p:cNvSpPr/>
              <p:nvPr/>
            </p:nvSpPr>
            <p:spPr>
              <a:xfrm>
                <a:off x="2413850" y="804875"/>
                <a:ext cx="1569650" cy="718100"/>
              </a:xfrm>
              <a:custGeom>
                <a:avLst/>
                <a:gdLst/>
                <a:ahLst/>
                <a:cxnLst/>
                <a:rect l="l" t="t" r="r" b="b"/>
                <a:pathLst>
                  <a:path w="62786" h="28724" extrusionOk="0">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0"/>
              <p:cNvSpPr/>
              <p:nvPr/>
            </p:nvSpPr>
            <p:spPr>
              <a:xfrm>
                <a:off x="2946975" y="1316600"/>
                <a:ext cx="1036525" cy="166775"/>
              </a:xfrm>
              <a:custGeom>
                <a:avLst/>
                <a:gdLst/>
                <a:ahLst/>
                <a:cxnLst/>
                <a:rect l="l" t="t" r="r" b="b"/>
                <a:pathLst>
                  <a:path w="41461" h="6671" extrusionOk="0">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0"/>
              <p:cNvSpPr/>
              <p:nvPr/>
            </p:nvSpPr>
            <p:spPr>
              <a:xfrm>
                <a:off x="2770325" y="666250"/>
                <a:ext cx="1213175" cy="752550"/>
              </a:xfrm>
              <a:custGeom>
                <a:avLst/>
                <a:gdLst/>
                <a:ahLst/>
                <a:cxnLst/>
                <a:rect l="l" t="t" r="r" b="b"/>
                <a:pathLst>
                  <a:path w="48527" h="30102" extrusionOk="0">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0"/>
              <p:cNvSpPr/>
              <p:nvPr/>
            </p:nvSpPr>
            <p:spPr>
              <a:xfrm>
                <a:off x="2864575" y="798150"/>
                <a:ext cx="1118925" cy="606000"/>
              </a:xfrm>
              <a:custGeom>
                <a:avLst/>
                <a:gdLst/>
                <a:ahLst/>
                <a:cxnLst/>
                <a:rect l="l" t="t" r="r" b="b"/>
                <a:pathLst>
                  <a:path w="44757" h="24240" extrusionOk="0">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0"/>
              <p:cNvSpPr/>
              <p:nvPr/>
            </p:nvSpPr>
            <p:spPr>
              <a:xfrm>
                <a:off x="2857050" y="695175"/>
                <a:ext cx="1126450" cy="684025"/>
              </a:xfrm>
              <a:custGeom>
                <a:avLst/>
                <a:gdLst/>
                <a:ahLst/>
                <a:cxnLst/>
                <a:rect l="l" t="t" r="r" b="b"/>
                <a:pathLst>
                  <a:path w="45058" h="27361" extrusionOk="0">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0"/>
              <p:cNvSpPr/>
              <p:nvPr/>
            </p:nvSpPr>
            <p:spPr>
              <a:xfrm>
                <a:off x="2567525" y="596950"/>
                <a:ext cx="1415975" cy="728000"/>
              </a:xfrm>
              <a:custGeom>
                <a:avLst/>
                <a:gdLst/>
                <a:ahLst/>
                <a:cxnLst/>
                <a:rect l="l" t="t" r="r" b="b"/>
                <a:pathLst>
                  <a:path w="56639" h="29120" extrusionOk="0">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0"/>
              <p:cNvSpPr/>
              <p:nvPr/>
            </p:nvSpPr>
            <p:spPr>
              <a:xfrm>
                <a:off x="2357225" y="1123325"/>
                <a:ext cx="46750" cy="46350"/>
              </a:xfrm>
              <a:custGeom>
                <a:avLst/>
                <a:gdLst/>
                <a:ahLst/>
                <a:cxnLst/>
                <a:rect l="l" t="t" r="r" b="b"/>
                <a:pathLst>
                  <a:path w="1870" h="1854" extrusionOk="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0"/>
              <p:cNvSpPr/>
              <p:nvPr/>
            </p:nvSpPr>
            <p:spPr>
              <a:xfrm>
                <a:off x="2748525" y="633375"/>
                <a:ext cx="46775" cy="46375"/>
              </a:xfrm>
              <a:custGeom>
                <a:avLst/>
                <a:gdLst/>
                <a:ahLst/>
                <a:cxnLst/>
                <a:rect l="l" t="t" r="r" b="b"/>
                <a:pathLst>
                  <a:path w="1871" h="1855" extrusionOk="0">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0"/>
              <p:cNvSpPr/>
              <p:nvPr/>
            </p:nvSpPr>
            <p:spPr>
              <a:xfrm>
                <a:off x="2842800" y="682900"/>
                <a:ext cx="46375" cy="46350"/>
              </a:xfrm>
              <a:custGeom>
                <a:avLst/>
                <a:gdLst/>
                <a:ahLst/>
                <a:cxnLst/>
                <a:rect l="l" t="t" r="r" b="b"/>
                <a:pathLst>
                  <a:path w="1855" h="1854" extrusionOk="0">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0"/>
              <p:cNvSpPr/>
              <p:nvPr/>
            </p:nvSpPr>
            <p:spPr>
              <a:xfrm>
                <a:off x="2530700" y="1148275"/>
                <a:ext cx="46375" cy="46350"/>
              </a:xfrm>
              <a:custGeom>
                <a:avLst/>
                <a:gdLst/>
                <a:ahLst/>
                <a:cxnLst/>
                <a:rect l="l" t="t" r="r" b="b"/>
                <a:pathLst>
                  <a:path w="1855" h="1854" extrusionOk="0">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0"/>
              <p:cNvSpPr/>
              <p:nvPr/>
            </p:nvSpPr>
            <p:spPr>
              <a:xfrm>
                <a:off x="2916875" y="1286900"/>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0"/>
              <p:cNvSpPr/>
              <p:nvPr/>
            </p:nvSpPr>
            <p:spPr>
              <a:xfrm>
                <a:off x="2280775" y="1031425"/>
                <a:ext cx="51525" cy="51525"/>
              </a:xfrm>
              <a:custGeom>
                <a:avLst/>
                <a:gdLst/>
                <a:ahLst/>
                <a:cxnLst/>
                <a:rect l="l" t="t" r="r" b="b"/>
                <a:pathLst>
                  <a:path w="2061" h="2061" extrusionOk="0">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0"/>
              <p:cNvSpPr/>
              <p:nvPr/>
            </p:nvSpPr>
            <p:spPr>
              <a:xfrm>
                <a:off x="2364750" y="842900"/>
                <a:ext cx="51525" cy="51925"/>
              </a:xfrm>
              <a:custGeom>
                <a:avLst/>
                <a:gdLst/>
                <a:ahLst/>
                <a:cxnLst/>
                <a:rect l="l" t="t" r="r" b="b"/>
                <a:pathLst>
                  <a:path w="2061" h="2077" extrusionOk="0">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0"/>
              <p:cNvSpPr/>
              <p:nvPr/>
            </p:nvSpPr>
            <p:spPr>
              <a:xfrm>
                <a:off x="2468925" y="9027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0"/>
              <p:cNvSpPr/>
              <p:nvPr/>
            </p:nvSpPr>
            <p:spPr>
              <a:xfrm>
                <a:off x="2637250" y="8928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0"/>
              <p:cNvSpPr/>
              <p:nvPr/>
            </p:nvSpPr>
            <p:spPr>
              <a:xfrm>
                <a:off x="2394450" y="952225"/>
                <a:ext cx="51525" cy="51500"/>
              </a:xfrm>
              <a:custGeom>
                <a:avLst/>
                <a:gdLst/>
                <a:ahLst/>
                <a:cxnLst/>
                <a:rect l="l" t="t" r="r" b="b"/>
                <a:pathLst>
                  <a:path w="2061" h="2060" extrusionOk="0">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0"/>
              <p:cNvSpPr/>
              <p:nvPr/>
            </p:nvSpPr>
            <p:spPr>
              <a:xfrm>
                <a:off x="2498625" y="991825"/>
                <a:ext cx="51500" cy="51500"/>
              </a:xfrm>
              <a:custGeom>
                <a:avLst/>
                <a:gdLst/>
                <a:ahLst/>
                <a:cxnLst/>
                <a:rect l="l" t="t" r="r" b="b"/>
                <a:pathLst>
                  <a:path w="2060" h="2060" extrusionOk="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0"/>
              <p:cNvSpPr/>
              <p:nvPr/>
            </p:nvSpPr>
            <p:spPr>
              <a:xfrm>
                <a:off x="2840025" y="749025"/>
                <a:ext cx="51525" cy="51525"/>
              </a:xfrm>
              <a:custGeom>
                <a:avLst/>
                <a:gdLst/>
                <a:ahLst/>
                <a:cxnLst/>
                <a:rect l="l" t="t" r="r" b="b"/>
                <a:pathLst>
                  <a:path w="2061" h="2061" extrusionOk="0">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0"/>
              <p:cNvSpPr/>
              <p:nvPr/>
            </p:nvSpPr>
            <p:spPr>
              <a:xfrm>
                <a:off x="2518425" y="570800"/>
                <a:ext cx="51500" cy="51525"/>
              </a:xfrm>
              <a:custGeom>
                <a:avLst/>
                <a:gdLst/>
                <a:ahLst/>
                <a:cxnLst/>
                <a:rect l="l" t="t" r="r" b="b"/>
                <a:pathLst>
                  <a:path w="2060" h="2061" extrusionOk="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66" name="Google Shape;466;p10"/>
            <p:cNvPicPr preferRelativeResize="0"/>
            <p:nvPr/>
          </p:nvPicPr>
          <p:blipFill>
            <a:blip r:embed="rId3">
              <a:alphaModFix amt="40000"/>
            </a:blip>
            <a:stretch>
              <a:fillRect/>
            </a:stretch>
          </p:blipFill>
          <p:spPr>
            <a:xfrm>
              <a:off x="-293125" y="888100"/>
              <a:ext cx="1177350" cy="1177350"/>
            </a:xfrm>
            <a:prstGeom prst="rect">
              <a:avLst/>
            </a:prstGeom>
            <a:noFill/>
            <a:ln>
              <a:noFill/>
            </a:ln>
          </p:spPr>
        </p:pic>
        <p:pic>
          <p:nvPicPr>
            <p:cNvPr id="467" name="Google Shape;467;p10"/>
            <p:cNvPicPr preferRelativeResize="0"/>
            <p:nvPr/>
          </p:nvPicPr>
          <p:blipFill>
            <a:blip r:embed="rId3">
              <a:alphaModFix amt="40000"/>
            </a:blip>
            <a:stretch>
              <a:fillRect/>
            </a:stretch>
          </p:blipFill>
          <p:spPr>
            <a:xfrm>
              <a:off x="720000" y="633650"/>
              <a:ext cx="1177350" cy="1177350"/>
            </a:xfrm>
            <a:prstGeom prst="rect">
              <a:avLst/>
            </a:prstGeom>
            <a:noFill/>
            <a:ln>
              <a:noFill/>
            </a:ln>
          </p:spPr>
        </p:pic>
        <p:pic>
          <p:nvPicPr>
            <p:cNvPr id="468" name="Google Shape;468;p10"/>
            <p:cNvPicPr preferRelativeResize="0"/>
            <p:nvPr/>
          </p:nvPicPr>
          <p:blipFill>
            <a:blip r:embed="rId3">
              <a:alphaModFix amt="40000"/>
            </a:blip>
            <a:stretch>
              <a:fillRect/>
            </a:stretch>
          </p:blipFill>
          <p:spPr>
            <a:xfrm>
              <a:off x="0" y="-243575"/>
              <a:ext cx="1177350" cy="1177350"/>
            </a:xfrm>
            <a:prstGeom prst="rect">
              <a:avLst/>
            </a:prstGeom>
            <a:noFill/>
            <a:ln>
              <a:noFill/>
            </a:ln>
          </p:spPr>
        </p:pic>
      </p:grpSp>
      <p:grpSp>
        <p:nvGrpSpPr>
          <p:cNvPr id="469" name="Google Shape;469;p10"/>
          <p:cNvGrpSpPr/>
          <p:nvPr/>
        </p:nvGrpSpPr>
        <p:grpSpPr>
          <a:xfrm>
            <a:off x="7370500" y="2551650"/>
            <a:ext cx="1600406" cy="3176028"/>
            <a:chOff x="7370500" y="2551650"/>
            <a:chExt cx="1600406" cy="3176028"/>
          </a:xfrm>
        </p:grpSpPr>
        <p:grpSp>
          <p:nvGrpSpPr>
            <p:cNvPr id="470" name="Google Shape;470;p10"/>
            <p:cNvGrpSpPr/>
            <p:nvPr/>
          </p:nvGrpSpPr>
          <p:grpSpPr>
            <a:xfrm flipH="1">
              <a:off x="7929690" y="3156034"/>
              <a:ext cx="1041216" cy="2571644"/>
              <a:chOff x="4709050" y="974800"/>
              <a:chExt cx="684425" cy="1690425"/>
            </a:xfrm>
          </p:grpSpPr>
          <p:sp>
            <p:nvSpPr>
              <p:cNvPr id="471" name="Google Shape;471;p10"/>
              <p:cNvSpPr/>
              <p:nvPr/>
            </p:nvSpPr>
            <p:spPr>
              <a:xfrm>
                <a:off x="4909450" y="1554625"/>
                <a:ext cx="445600" cy="869400"/>
              </a:xfrm>
              <a:custGeom>
                <a:avLst/>
                <a:gdLst/>
                <a:ahLst/>
                <a:cxnLst/>
                <a:rect l="l" t="t" r="r" b="b"/>
                <a:pathLst>
                  <a:path w="17824" h="34776" extrusionOk="0">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0"/>
              <p:cNvSpPr/>
              <p:nvPr/>
            </p:nvSpPr>
            <p:spPr>
              <a:xfrm>
                <a:off x="5210875" y="1019950"/>
                <a:ext cx="139425" cy="359250"/>
              </a:xfrm>
              <a:custGeom>
                <a:avLst/>
                <a:gdLst/>
                <a:ahLst/>
                <a:cxnLst/>
                <a:rect l="l" t="t" r="r" b="b"/>
                <a:pathLst>
                  <a:path w="5577" h="14370" extrusionOk="0">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0"/>
              <p:cNvSpPr/>
              <p:nvPr/>
            </p:nvSpPr>
            <p:spPr>
              <a:xfrm>
                <a:off x="4850050" y="1150250"/>
                <a:ext cx="460650" cy="1218325"/>
              </a:xfrm>
              <a:custGeom>
                <a:avLst/>
                <a:gdLst/>
                <a:ahLst/>
                <a:cxnLst/>
                <a:rect l="l" t="t" r="r" b="b"/>
                <a:pathLst>
                  <a:path w="18426" h="48733" extrusionOk="0">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0"/>
              <p:cNvSpPr/>
              <p:nvPr/>
            </p:nvSpPr>
            <p:spPr>
              <a:xfrm>
                <a:off x="4830250" y="1265900"/>
                <a:ext cx="383425" cy="1145050"/>
              </a:xfrm>
              <a:custGeom>
                <a:avLst/>
                <a:gdLst/>
                <a:ahLst/>
                <a:cxnLst/>
                <a:rect l="l" t="t" r="r" b="b"/>
                <a:pathLst>
                  <a:path w="15337" h="45802" extrusionOk="0">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0"/>
              <p:cNvSpPr/>
              <p:nvPr/>
            </p:nvSpPr>
            <p:spPr>
              <a:xfrm>
                <a:off x="4810450" y="1204500"/>
                <a:ext cx="386175" cy="1412000"/>
              </a:xfrm>
              <a:custGeom>
                <a:avLst/>
                <a:gdLst/>
                <a:ahLst/>
                <a:cxnLst/>
                <a:rect l="l" t="t" r="r" b="b"/>
                <a:pathLst>
                  <a:path w="15447" h="56480" extrusionOk="0">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0"/>
              <p:cNvSpPr/>
              <p:nvPr/>
            </p:nvSpPr>
            <p:spPr>
              <a:xfrm>
                <a:off x="4746675" y="1534825"/>
                <a:ext cx="192525" cy="533125"/>
              </a:xfrm>
              <a:custGeom>
                <a:avLst/>
                <a:gdLst/>
                <a:ahLst/>
                <a:cxnLst/>
                <a:rect l="l" t="t" r="r" b="b"/>
                <a:pathLst>
                  <a:path w="7701" h="21325" extrusionOk="0">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0"/>
              <p:cNvSpPr/>
              <p:nvPr/>
            </p:nvSpPr>
            <p:spPr>
              <a:xfrm>
                <a:off x="4780750" y="1797025"/>
                <a:ext cx="168350" cy="692350"/>
              </a:xfrm>
              <a:custGeom>
                <a:avLst/>
                <a:gdLst/>
                <a:ahLst/>
                <a:cxnLst/>
                <a:rect l="l" t="t" r="r" b="b"/>
                <a:pathLst>
                  <a:path w="6734" h="27694" extrusionOk="0">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0"/>
              <p:cNvSpPr/>
              <p:nvPr/>
            </p:nvSpPr>
            <p:spPr>
              <a:xfrm>
                <a:off x="5346725" y="1534425"/>
                <a:ext cx="46750" cy="46375"/>
              </a:xfrm>
              <a:custGeom>
                <a:avLst/>
                <a:gdLst/>
                <a:ahLst/>
                <a:cxnLst/>
                <a:rect l="l" t="t" r="r" b="b"/>
                <a:pathLst>
                  <a:path w="1870" h="1855" extrusionOk="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0"/>
              <p:cNvSpPr/>
              <p:nvPr/>
            </p:nvSpPr>
            <p:spPr>
              <a:xfrm>
                <a:off x="5262750" y="974800"/>
                <a:ext cx="46375" cy="46350"/>
              </a:xfrm>
              <a:custGeom>
                <a:avLst/>
                <a:gdLst/>
                <a:ahLst/>
                <a:cxnLst/>
                <a:rect l="l" t="t" r="r" b="b"/>
                <a:pathLst>
                  <a:path w="1855" h="1854" extrusionOk="0">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0"/>
              <p:cNvSpPr/>
              <p:nvPr/>
            </p:nvSpPr>
            <p:spPr>
              <a:xfrm>
                <a:off x="4861525" y="2390725"/>
                <a:ext cx="46775" cy="46375"/>
              </a:xfrm>
              <a:custGeom>
                <a:avLst/>
                <a:gdLst/>
                <a:ahLst/>
                <a:cxnLst/>
                <a:rect l="l" t="t" r="r" b="b"/>
                <a:pathLst>
                  <a:path w="1871" h="1855" extrusionOk="0">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0"/>
              <p:cNvSpPr/>
              <p:nvPr/>
            </p:nvSpPr>
            <p:spPr>
              <a:xfrm>
                <a:off x="4920950" y="1772075"/>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0"/>
              <p:cNvSpPr/>
              <p:nvPr/>
            </p:nvSpPr>
            <p:spPr>
              <a:xfrm>
                <a:off x="4709050" y="2059225"/>
                <a:ext cx="46375" cy="46350"/>
              </a:xfrm>
              <a:custGeom>
                <a:avLst/>
                <a:gdLst/>
                <a:ahLst/>
                <a:cxnLst/>
                <a:rect l="l" t="t" r="r" b="b"/>
                <a:pathLst>
                  <a:path w="1855" h="1854" extrusionOk="0">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0"/>
              <p:cNvSpPr/>
              <p:nvPr/>
            </p:nvSpPr>
            <p:spPr>
              <a:xfrm>
                <a:off x="5109075" y="1435425"/>
                <a:ext cx="46775" cy="46350"/>
              </a:xfrm>
              <a:custGeom>
                <a:avLst/>
                <a:gdLst/>
                <a:ahLst/>
                <a:cxnLst/>
                <a:rect l="l" t="t" r="r" b="b"/>
                <a:pathLst>
                  <a:path w="1871" h="1854" extrusionOk="0">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0"/>
              <p:cNvSpPr/>
              <p:nvPr/>
            </p:nvSpPr>
            <p:spPr>
              <a:xfrm>
                <a:off x="5188300" y="1360950"/>
                <a:ext cx="46750" cy="46375"/>
              </a:xfrm>
              <a:custGeom>
                <a:avLst/>
                <a:gdLst/>
                <a:ahLst/>
                <a:cxnLst/>
                <a:rect l="l" t="t" r="r" b="b"/>
                <a:pathLst>
                  <a:path w="1870" h="1855" extrusionOk="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0"/>
              <p:cNvSpPr/>
              <p:nvPr/>
            </p:nvSpPr>
            <p:spPr>
              <a:xfrm>
                <a:off x="5250075" y="1101150"/>
                <a:ext cx="51525" cy="51500"/>
              </a:xfrm>
              <a:custGeom>
                <a:avLst/>
                <a:gdLst/>
                <a:ahLst/>
                <a:cxnLst/>
                <a:rect l="l" t="t" r="r" b="b"/>
                <a:pathLst>
                  <a:path w="2061" h="2060" extrusionOk="0">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0"/>
              <p:cNvSpPr/>
              <p:nvPr/>
            </p:nvSpPr>
            <p:spPr>
              <a:xfrm>
                <a:off x="5166100" y="1155400"/>
                <a:ext cx="51525" cy="51500"/>
              </a:xfrm>
              <a:custGeom>
                <a:avLst/>
                <a:gdLst/>
                <a:ahLst/>
                <a:cxnLst/>
                <a:rect l="l" t="t" r="r" b="b"/>
                <a:pathLst>
                  <a:path w="2061" h="2060" extrusionOk="0">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0"/>
              <p:cNvSpPr/>
              <p:nvPr/>
            </p:nvSpPr>
            <p:spPr>
              <a:xfrm>
                <a:off x="5205725" y="1229850"/>
                <a:ext cx="51500" cy="51525"/>
              </a:xfrm>
              <a:custGeom>
                <a:avLst/>
                <a:gdLst/>
                <a:ahLst/>
                <a:cxnLst/>
                <a:rect l="l" t="t" r="r" b="b"/>
                <a:pathLst>
                  <a:path w="2060" h="2061" extrusionOk="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0"/>
              <p:cNvSpPr/>
              <p:nvPr/>
            </p:nvSpPr>
            <p:spPr>
              <a:xfrm>
                <a:off x="4844100" y="1695225"/>
                <a:ext cx="51525" cy="51525"/>
              </a:xfrm>
              <a:custGeom>
                <a:avLst/>
                <a:gdLst/>
                <a:ahLst/>
                <a:cxnLst/>
                <a:rect l="l" t="t" r="r" b="b"/>
                <a:pathLst>
                  <a:path w="2061" h="2061" extrusionOk="0">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0"/>
              <p:cNvSpPr/>
              <p:nvPr/>
            </p:nvSpPr>
            <p:spPr>
              <a:xfrm>
                <a:off x="4787075" y="2613700"/>
                <a:ext cx="51900" cy="51525"/>
              </a:xfrm>
              <a:custGeom>
                <a:avLst/>
                <a:gdLst/>
                <a:ahLst/>
                <a:cxnLst/>
                <a:rect l="l" t="t" r="r" b="b"/>
                <a:pathLst>
                  <a:path w="2076" h="2061" extrusionOk="0">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0"/>
              <p:cNvSpPr/>
              <p:nvPr/>
            </p:nvSpPr>
            <p:spPr>
              <a:xfrm>
                <a:off x="4752625" y="2486975"/>
                <a:ext cx="51500" cy="51500"/>
              </a:xfrm>
              <a:custGeom>
                <a:avLst/>
                <a:gdLst/>
                <a:ahLst/>
                <a:cxnLst/>
                <a:rect l="l" t="t" r="r" b="b"/>
                <a:pathLst>
                  <a:path w="2060" h="2060" extrusionOk="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0"/>
              <p:cNvSpPr/>
              <p:nvPr/>
            </p:nvSpPr>
            <p:spPr>
              <a:xfrm>
                <a:off x="4950250" y="2421625"/>
                <a:ext cx="51525" cy="51500"/>
              </a:xfrm>
              <a:custGeom>
                <a:avLst/>
                <a:gdLst/>
                <a:ahLst/>
                <a:cxnLst/>
                <a:rect l="l" t="t" r="r" b="b"/>
                <a:pathLst>
                  <a:path w="2061" h="2060" extrusionOk="0">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92" name="Google Shape;492;p10"/>
            <p:cNvPicPr preferRelativeResize="0"/>
            <p:nvPr/>
          </p:nvPicPr>
          <p:blipFill>
            <a:blip r:embed="rId3">
              <a:alphaModFix amt="40000"/>
            </a:blip>
            <a:stretch>
              <a:fillRect/>
            </a:stretch>
          </p:blipFill>
          <p:spPr>
            <a:xfrm>
              <a:off x="7508525" y="2551650"/>
              <a:ext cx="1177350" cy="1177350"/>
            </a:xfrm>
            <a:prstGeom prst="rect">
              <a:avLst/>
            </a:prstGeom>
            <a:noFill/>
            <a:ln>
              <a:noFill/>
            </a:ln>
          </p:spPr>
        </p:pic>
        <p:pic>
          <p:nvPicPr>
            <p:cNvPr id="493" name="Google Shape;493;p10"/>
            <p:cNvPicPr preferRelativeResize="0"/>
            <p:nvPr/>
          </p:nvPicPr>
          <p:blipFill>
            <a:blip r:embed="rId3">
              <a:alphaModFix amt="40000"/>
            </a:blip>
            <a:stretch>
              <a:fillRect/>
            </a:stretch>
          </p:blipFill>
          <p:spPr>
            <a:xfrm>
              <a:off x="7370500" y="3503225"/>
              <a:ext cx="1177350" cy="1177350"/>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4"/>
        <p:cNvGrpSpPr/>
        <p:nvPr/>
      </p:nvGrpSpPr>
      <p:grpSpPr>
        <a:xfrm>
          <a:off x="0" y="0"/>
          <a:ext cx="0" cy="0"/>
          <a:chOff x="0" y="0"/>
          <a:chExt cx="0" cy="0"/>
        </a:xfrm>
      </p:grpSpPr>
      <p:pic>
        <p:nvPicPr>
          <p:cNvPr id="495" name="Google Shape;495;p11"/>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496" name="Google Shape;496;p11"/>
          <p:cNvSpPr txBox="1">
            <a:spLocks noGrp="1"/>
          </p:cNvSpPr>
          <p:nvPr>
            <p:ph type="title" hasCustomPrompt="1"/>
          </p:nvPr>
        </p:nvSpPr>
        <p:spPr>
          <a:xfrm>
            <a:off x="2159550" y="1527013"/>
            <a:ext cx="4824900" cy="1170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7" name="Google Shape;497;p11"/>
          <p:cNvSpPr txBox="1">
            <a:spLocks noGrp="1"/>
          </p:cNvSpPr>
          <p:nvPr>
            <p:ph type="subTitle" idx="1"/>
          </p:nvPr>
        </p:nvSpPr>
        <p:spPr>
          <a:xfrm>
            <a:off x="2159550" y="3051213"/>
            <a:ext cx="4824900" cy="40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grpSp>
        <p:nvGrpSpPr>
          <p:cNvPr id="498" name="Google Shape;498;p11"/>
          <p:cNvGrpSpPr/>
          <p:nvPr/>
        </p:nvGrpSpPr>
        <p:grpSpPr>
          <a:xfrm>
            <a:off x="-1684333" y="361707"/>
            <a:ext cx="3475508" cy="1748318"/>
            <a:chOff x="-1684333" y="361707"/>
            <a:chExt cx="3475508" cy="1748318"/>
          </a:xfrm>
        </p:grpSpPr>
        <p:grpSp>
          <p:nvGrpSpPr>
            <p:cNvPr id="499" name="Google Shape;499;p11"/>
            <p:cNvGrpSpPr/>
            <p:nvPr/>
          </p:nvGrpSpPr>
          <p:grpSpPr>
            <a:xfrm>
              <a:off x="-1684333" y="361707"/>
              <a:ext cx="2907181" cy="1177348"/>
              <a:chOff x="2442775" y="3274750"/>
              <a:chExt cx="1690025" cy="684425"/>
            </a:xfrm>
          </p:grpSpPr>
          <p:sp>
            <p:nvSpPr>
              <p:cNvPr id="500" name="Google Shape;500;p11"/>
              <p:cNvSpPr/>
              <p:nvPr/>
            </p:nvSpPr>
            <p:spPr>
              <a:xfrm>
                <a:off x="2683575" y="3475550"/>
                <a:ext cx="870175" cy="445600"/>
              </a:xfrm>
              <a:custGeom>
                <a:avLst/>
                <a:gdLst/>
                <a:ahLst/>
                <a:cxnLst/>
                <a:rect l="l" t="t" r="r" b="b"/>
                <a:pathLst>
                  <a:path w="34807" h="17824" extrusionOk="0">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1"/>
              <p:cNvSpPr/>
              <p:nvPr/>
            </p:nvSpPr>
            <p:spPr>
              <a:xfrm>
                <a:off x="3728800" y="3776950"/>
                <a:ext cx="359650" cy="139050"/>
              </a:xfrm>
              <a:custGeom>
                <a:avLst/>
                <a:gdLst/>
                <a:ahLst/>
                <a:cxnLst/>
                <a:rect l="l" t="t" r="r" b="b"/>
                <a:pathLst>
                  <a:path w="14386" h="5562" extrusionOk="0">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1"/>
              <p:cNvSpPr/>
              <p:nvPr/>
            </p:nvSpPr>
            <p:spPr>
              <a:xfrm>
                <a:off x="2739025" y="3416125"/>
                <a:ext cx="1218725" cy="460275"/>
              </a:xfrm>
              <a:custGeom>
                <a:avLst/>
                <a:gdLst/>
                <a:ahLst/>
                <a:cxnLst/>
                <a:rect l="l" t="t" r="r" b="b"/>
                <a:pathLst>
                  <a:path w="48749" h="18411" extrusionOk="0">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1"/>
              <p:cNvSpPr/>
              <p:nvPr/>
            </p:nvSpPr>
            <p:spPr>
              <a:xfrm>
                <a:off x="2696650" y="3396325"/>
                <a:ext cx="1145050" cy="383025"/>
              </a:xfrm>
              <a:custGeom>
                <a:avLst/>
                <a:gdLst/>
                <a:ahLst/>
                <a:cxnLst/>
                <a:rect l="l" t="t" r="r" b="b"/>
                <a:pathLst>
                  <a:path w="45802" h="15321" extrusionOk="0">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1"/>
              <p:cNvSpPr/>
              <p:nvPr/>
            </p:nvSpPr>
            <p:spPr>
              <a:xfrm>
                <a:off x="2491100" y="3376525"/>
                <a:ext cx="1412375" cy="386200"/>
              </a:xfrm>
              <a:custGeom>
                <a:avLst/>
                <a:gdLst/>
                <a:ahLst/>
                <a:cxnLst/>
                <a:rect l="l" t="t" r="r" b="b"/>
                <a:pathLst>
                  <a:path w="56495" h="15448" extrusionOk="0">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1"/>
              <p:cNvSpPr/>
              <p:nvPr/>
            </p:nvSpPr>
            <p:spPr>
              <a:xfrm>
                <a:off x="3040050" y="3312775"/>
                <a:ext cx="532725" cy="192500"/>
              </a:xfrm>
              <a:custGeom>
                <a:avLst/>
                <a:gdLst/>
                <a:ahLst/>
                <a:cxnLst/>
                <a:rect l="l" t="t" r="r" b="b"/>
                <a:pathLst>
                  <a:path w="21309" h="7700" extrusionOk="0">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1"/>
              <p:cNvSpPr/>
              <p:nvPr/>
            </p:nvSpPr>
            <p:spPr>
              <a:xfrm>
                <a:off x="2618225" y="3346825"/>
                <a:ext cx="692750" cy="168350"/>
              </a:xfrm>
              <a:custGeom>
                <a:avLst/>
                <a:gdLst/>
                <a:ahLst/>
                <a:cxnLst/>
                <a:rect l="l" t="t" r="r" b="b"/>
                <a:pathLst>
                  <a:path w="27710" h="6734" extrusionOk="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1"/>
              <p:cNvSpPr/>
              <p:nvPr/>
            </p:nvSpPr>
            <p:spPr>
              <a:xfrm>
                <a:off x="3526800" y="3912800"/>
                <a:ext cx="46375" cy="46375"/>
              </a:xfrm>
              <a:custGeom>
                <a:avLst/>
                <a:gdLst/>
                <a:ahLst/>
                <a:cxnLst/>
                <a:rect l="l" t="t" r="r" b="b"/>
                <a:pathLst>
                  <a:path w="1855" h="1855" extrusionOk="0">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1"/>
              <p:cNvSpPr/>
              <p:nvPr/>
            </p:nvSpPr>
            <p:spPr>
              <a:xfrm>
                <a:off x="4086050" y="3828450"/>
                <a:ext cx="46750" cy="46750"/>
              </a:xfrm>
              <a:custGeom>
                <a:avLst/>
                <a:gdLst/>
                <a:ahLst/>
                <a:cxnLst/>
                <a:rect l="l" t="t" r="r" b="b"/>
                <a:pathLst>
                  <a:path w="1870" h="1870" extrusionOk="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1"/>
              <p:cNvSpPr/>
              <p:nvPr/>
            </p:nvSpPr>
            <p:spPr>
              <a:xfrm>
                <a:off x="2670500" y="3427625"/>
                <a:ext cx="46375" cy="46350"/>
              </a:xfrm>
              <a:custGeom>
                <a:avLst/>
                <a:gdLst/>
                <a:ahLst/>
                <a:cxnLst/>
                <a:rect l="l" t="t" r="r" b="b"/>
                <a:pathLst>
                  <a:path w="1855" h="1854" extrusionOk="0">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1"/>
              <p:cNvSpPr/>
              <p:nvPr/>
            </p:nvSpPr>
            <p:spPr>
              <a:xfrm>
                <a:off x="3289175" y="3487025"/>
                <a:ext cx="46350" cy="46375"/>
              </a:xfrm>
              <a:custGeom>
                <a:avLst/>
                <a:gdLst/>
                <a:ahLst/>
                <a:cxnLst/>
                <a:rect l="l" t="t" r="r" b="b"/>
                <a:pathLst>
                  <a:path w="1854" h="1855" extrusionOk="0">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1"/>
              <p:cNvSpPr/>
              <p:nvPr/>
            </p:nvSpPr>
            <p:spPr>
              <a:xfrm>
                <a:off x="3002025" y="3274750"/>
                <a:ext cx="46750" cy="46750"/>
              </a:xfrm>
              <a:custGeom>
                <a:avLst/>
                <a:gdLst/>
                <a:ahLst/>
                <a:cxnLst/>
                <a:rect l="l" t="t" r="r" b="b"/>
                <a:pathLst>
                  <a:path w="1870" h="1870" extrusionOk="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1"/>
              <p:cNvSpPr/>
              <p:nvPr/>
            </p:nvSpPr>
            <p:spPr>
              <a:xfrm>
                <a:off x="3625825" y="3675175"/>
                <a:ext cx="46350" cy="46350"/>
              </a:xfrm>
              <a:custGeom>
                <a:avLst/>
                <a:gdLst/>
                <a:ahLst/>
                <a:cxnLst/>
                <a:rect l="l" t="t" r="r" b="b"/>
                <a:pathLst>
                  <a:path w="1854"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1"/>
              <p:cNvSpPr/>
              <p:nvPr/>
            </p:nvSpPr>
            <p:spPr>
              <a:xfrm>
                <a:off x="3699875" y="3754375"/>
                <a:ext cx="46775" cy="46375"/>
              </a:xfrm>
              <a:custGeom>
                <a:avLst/>
                <a:gdLst/>
                <a:ahLst/>
                <a:cxnLst/>
                <a:rect l="l" t="t" r="r" b="b"/>
                <a:pathLst>
                  <a:path w="1871" h="1855" extrusionOk="0">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1"/>
              <p:cNvSpPr/>
              <p:nvPr/>
            </p:nvSpPr>
            <p:spPr>
              <a:xfrm>
                <a:off x="3954950" y="3816175"/>
                <a:ext cx="51500" cy="51500"/>
              </a:xfrm>
              <a:custGeom>
                <a:avLst/>
                <a:gdLst/>
                <a:ahLst/>
                <a:cxnLst/>
                <a:rect l="l" t="t" r="r" b="b"/>
                <a:pathLst>
                  <a:path w="2060" h="2060" extrusionOk="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1"/>
              <p:cNvSpPr/>
              <p:nvPr/>
            </p:nvSpPr>
            <p:spPr>
              <a:xfrm>
                <a:off x="3900675" y="3731800"/>
                <a:ext cx="51525" cy="51525"/>
              </a:xfrm>
              <a:custGeom>
                <a:avLst/>
                <a:gdLst/>
                <a:ahLst/>
                <a:cxnLst/>
                <a:rect l="l" t="t" r="r" b="b"/>
                <a:pathLst>
                  <a:path w="2061" h="2061" extrusionOk="0">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1"/>
              <p:cNvSpPr/>
              <p:nvPr/>
            </p:nvSpPr>
            <p:spPr>
              <a:xfrm>
                <a:off x="3826225" y="3771400"/>
                <a:ext cx="51525" cy="51525"/>
              </a:xfrm>
              <a:custGeom>
                <a:avLst/>
                <a:gdLst/>
                <a:ahLst/>
                <a:cxnLst/>
                <a:rect l="l" t="t" r="r" b="b"/>
                <a:pathLst>
                  <a:path w="2061" h="2061" extrusionOk="0">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1"/>
              <p:cNvSpPr/>
              <p:nvPr/>
            </p:nvSpPr>
            <p:spPr>
              <a:xfrm>
                <a:off x="3360850" y="3410200"/>
                <a:ext cx="51525" cy="51500"/>
              </a:xfrm>
              <a:custGeom>
                <a:avLst/>
                <a:gdLst/>
                <a:ahLst/>
                <a:cxnLst/>
                <a:rect l="l" t="t" r="r" b="b"/>
                <a:pathLst>
                  <a:path w="2061" h="2060" extrusionOk="0">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1"/>
              <p:cNvSpPr/>
              <p:nvPr/>
            </p:nvSpPr>
            <p:spPr>
              <a:xfrm>
                <a:off x="2442775" y="3353175"/>
                <a:ext cx="51525" cy="51500"/>
              </a:xfrm>
              <a:custGeom>
                <a:avLst/>
                <a:gdLst/>
                <a:ahLst/>
                <a:cxnLst/>
                <a:rect l="l" t="t" r="r" b="b"/>
                <a:pathLst>
                  <a:path w="2061" h="2060" extrusionOk="0">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1"/>
              <p:cNvSpPr/>
              <p:nvPr/>
            </p:nvSpPr>
            <p:spPr>
              <a:xfrm>
                <a:off x="2569525" y="3318300"/>
                <a:ext cx="51500" cy="51925"/>
              </a:xfrm>
              <a:custGeom>
                <a:avLst/>
                <a:gdLst/>
                <a:ahLst/>
                <a:cxnLst/>
                <a:rect l="l" t="t" r="r" b="b"/>
                <a:pathLst>
                  <a:path w="2060" h="2077" extrusionOk="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1"/>
              <p:cNvSpPr/>
              <p:nvPr/>
            </p:nvSpPr>
            <p:spPr>
              <a:xfrm>
                <a:off x="2634875" y="3515950"/>
                <a:ext cx="51500" cy="51500"/>
              </a:xfrm>
              <a:custGeom>
                <a:avLst/>
                <a:gdLst/>
                <a:ahLst/>
                <a:cxnLst/>
                <a:rect l="l" t="t" r="r" b="b"/>
                <a:pathLst>
                  <a:path w="2060" h="2060" extrusionOk="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21" name="Google Shape;521;p11"/>
            <p:cNvPicPr preferRelativeResize="0"/>
            <p:nvPr/>
          </p:nvPicPr>
          <p:blipFill>
            <a:blip r:embed="rId3">
              <a:alphaModFix amt="40000"/>
            </a:blip>
            <a:stretch>
              <a:fillRect/>
            </a:stretch>
          </p:blipFill>
          <p:spPr>
            <a:xfrm>
              <a:off x="613825" y="746825"/>
              <a:ext cx="1177350" cy="1177350"/>
            </a:xfrm>
            <a:prstGeom prst="rect">
              <a:avLst/>
            </a:prstGeom>
            <a:noFill/>
            <a:ln>
              <a:noFill/>
            </a:ln>
          </p:spPr>
        </p:pic>
        <p:pic>
          <p:nvPicPr>
            <p:cNvPr id="522" name="Google Shape;522;p11"/>
            <p:cNvPicPr preferRelativeResize="0"/>
            <p:nvPr/>
          </p:nvPicPr>
          <p:blipFill>
            <a:blip r:embed="rId3">
              <a:alphaModFix amt="40000"/>
            </a:blip>
            <a:stretch>
              <a:fillRect/>
            </a:stretch>
          </p:blipFill>
          <p:spPr>
            <a:xfrm>
              <a:off x="-315425" y="932675"/>
              <a:ext cx="1177350" cy="1177350"/>
            </a:xfrm>
            <a:prstGeom prst="rect">
              <a:avLst/>
            </a:prstGeom>
            <a:noFill/>
            <a:ln>
              <a:noFill/>
            </a:ln>
          </p:spPr>
        </p:pic>
        <p:pic>
          <p:nvPicPr>
            <p:cNvPr id="523" name="Google Shape;523;p11"/>
            <p:cNvPicPr preferRelativeResize="0"/>
            <p:nvPr/>
          </p:nvPicPr>
          <p:blipFill>
            <a:blip r:embed="rId3">
              <a:alphaModFix amt="40000"/>
            </a:blip>
            <a:stretch>
              <a:fillRect/>
            </a:stretch>
          </p:blipFill>
          <p:spPr>
            <a:xfrm>
              <a:off x="-129575" y="421175"/>
              <a:ext cx="1177350" cy="1177350"/>
            </a:xfrm>
            <a:prstGeom prst="rect">
              <a:avLst/>
            </a:prstGeom>
            <a:noFill/>
            <a:ln>
              <a:noFill/>
            </a:ln>
          </p:spPr>
        </p:pic>
      </p:grpSp>
      <p:grpSp>
        <p:nvGrpSpPr>
          <p:cNvPr id="524" name="Google Shape;524;p11"/>
          <p:cNvGrpSpPr/>
          <p:nvPr/>
        </p:nvGrpSpPr>
        <p:grpSpPr>
          <a:xfrm>
            <a:off x="7315700" y="3550475"/>
            <a:ext cx="4028387" cy="1908650"/>
            <a:chOff x="7315700" y="3550475"/>
            <a:chExt cx="4028387" cy="1908650"/>
          </a:xfrm>
        </p:grpSpPr>
        <p:grpSp>
          <p:nvGrpSpPr>
            <p:cNvPr id="525" name="Google Shape;525;p11"/>
            <p:cNvGrpSpPr/>
            <p:nvPr/>
          </p:nvGrpSpPr>
          <p:grpSpPr>
            <a:xfrm>
              <a:off x="7802532" y="3702559"/>
              <a:ext cx="3541556" cy="1323917"/>
              <a:chOff x="2133050" y="2071900"/>
              <a:chExt cx="2132825" cy="797300"/>
            </a:xfrm>
          </p:grpSpPr>
          <p:sp>
            <p:nvSpPr>
              <p:cNvPr id="526" name="Google Shape;526;p11"/>
              <p:cNvSpPr/>
              <p:nvPr/>
            </p:nvSpPr>
            <p:spPr>
              <a:xfrm>
                <a:off x="2270875" y="2219625"/>
                <a:ext cx="747000" cy="267375"/>
              </a:xfrm>
              <a:custGeom>
                <a:avLst/>
                <a:gdLst/>
                <a:ahLst/>
                <a:cxnLst/>
                <a:rect l="l" t="t" r="r" b="b"/>
                <a:pathLst>
                  <a:path w="29880" h="10695" extrusionOk="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1"/>
              <p:cNvSpPr/>
              <p:nvPr/>
            </p:nvSpPr>
            <p:spPr>
              <a:xfrm>
                <a:off x="2182175" y="2199825"/>
                <a:ext cx="1311375" cy="282025"/>
              </a:xfrm>
              <a:custGeom>
                <a:avLst/>
                <a:gdLst/>
                <a:ahLst/>
                <a:cxnLst/>
                <a:rect l="l" t="t" r="r" b="b"/>
                <a:pathLst>
                  <a:path w="52455" h="11281" extrusionOk="0">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1"/>
              <p:cNvSpPr/>
              <p:nvPr/>
            </p:nvSpPr>
            <p:spPr>
              <a:xfrm>
                <a:off x="3182625" y="2105550"/>
                <a:ext cx="901850" cy="61825"/>
              </a:xfrm>
              <a:custGeom>
                <a:avLst/>
                <a:gdLst/>
                <a:ahLst/>
                <a:cxnLst/>
                <a:rect l="l" t="t" r="r" b="b"/>
                <a:pathLst>
                  <a:path w="36074" h="2473" extrusionOk="0">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1"/>
              <p:cNvSpPr/>
              <p:nvPr/>
            </p:nvSpPr>
            <p:spPr>
              <a:xfrm>
                <a:off x="3306975" y="2135275"/>
                <a:ext cx="934350" cy="79225"/>
              </a:xfrm>
              <a:custGeom>
                <a:avLst/>
                <a:gdLst/>
                <a:ahLst/>
                <a:cxnLst/>
                <a:rect l="l" t="t" r="r" b="b"/>
                <a:pathLst>
                  <a:path w="37374" h="3169" extrusionOk="0">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1"/>
              <p:cNvSpPr/>
              <p:nvPr/>
            </p:nvSpPr>
            <p:spPr>
              <a:xfrm>
                <a:off x="2627350" y="2303600"/>
                <a:ext cx="1638525" cy="516475"/>
              </a:xfrm>
              <a:custGeom>
                <a:avLst/>
                <a:gdLst/>
                <a:ahLst/>
                <a:cxnLst/>
                <a:rect l="l" t="t" r="r" b="b"/>
                <a:pathLst>
                  <a:path w="65541" h="20659" extrusionOk="0">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1"/>
              <p:cNvSpPr/>
              <p:nvPr/>
            </p:nvSpPr>
            <p:spPr>
              <a:xfrm>
                <a:off x="2216225" y="2328550"/>
                <a:ext cx="1225450" cy="460250"/>
              </a:xfrm>
              <a:custGeom>
                <a:avLst/>
                <a:gdLst/>
                <a:ahLst/>
                <a:cxnLst/>
                <a:rect l="l" t="t" r="r" b="b"/>
                <a:pathLst>
                  <a:path w="49018" h="18410" extrusionOk="0">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1"/>
              <p:cNvSpPr/>
              <p:nvPr/>
            </p:nvSpPr>
            <p:spPr>
              <a:xfrm>
                <a:off x="2338600" y="2308750"/>
                <a:ext cx="1145850" cy="383400"/>
              </a:xfrm>
              <a:custGeom>
                <a:avLst/>
                <a:gdLst/>
                <a:ahLst/>
                <a:cxnLst/>
                <a:rect l="l" t="t" r="r" b="b"/>
                <a:pathLst>
                  <a:path w="45834" h="15336" extrusionOk="0">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1"/>
              <p:cNvSpPr/>
              <p:nvPr/>
            </p:nvSpPr>
            <p:spPr>
              <a:xfrm>
                <a:off x="2270875" y="2288925"/>
                <a:ext cx="1995000" cy="386200"/>
              </a:xfrm>
              <a:custGeom>
                <a:avLst/>
                <a:gdLst/>
                <a:ahLst/>
                <a:cxnLst/>
                <a:rect l="l" t="t" r="r" b="b"/>
                <a:pathLst>
                  <a:path w="79800" h="15448" extrusionOk="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1"/>
              <p:cNvSpPr/>
              <p:nvPr/>
            </p:nvSpPr>
            <p:spPr>
              <a:xfrm>
                <a:off x="2607925" y="2239425"/>
                <a:ext cx="850775" cy="188150"/>
              </a:xfrm>
              <a:custGeom>
                <a:avLst/>
                <a:gdLst/>
                <a:ahLst/>
                <a:cxnLst/>
                <a:rect l="l" t="t" r="r" b="b"/>
                <a:pathLst>
                  <a:path w="34031" h="7526" extrusionOk="0">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1"/>
              <p:cNvSpPr/>
              <p:nvPr/>
            </p:nvSpPr>
            <p:spPr>
              <a:xfrm>
                <a:off x="2686750" y="2749175"/>
                <a:ext cx="134675" cy="49125"/>
              </a:xfrm>
              <a:custGeom>
                <a:avLst/>
                <a:gdLst/>
                <a:ahLst/>
                <a:cxnLst/>
                <a:rect l="l" t="t" r="r" b="b"/>
                <a:pathLst>
                  <a:path w="5387" h="1965" extrusionOk="0">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1"/>
              <p:cNvSpPr/>
              <p:nvPr/>
            </p:nvSpPr>
            <p:spPr>
              <a:xfrm>
                <a:off x="3467400" y="217645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1"/>
              <p:cNvSpPr/>
              <p:nvPr/>
            </p:nvSpPr>
            <p:spPr>
              <a:xfrm>
                <a:off x="2234450" y="2646575"/>
                <a:ext cx="46750" cy="46775"/>
              </a:xfrm>
              <a:custGeom>
                <a:avLst/>
                <a:gdLst/>
                <a:ahLst/>
                <a:cxnLst/>
                <a:rect l="l" t="t" r="r" b="b"/>
                <a:pathLst>
                  <a:path w="1870" h="1871" extrusionOk="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1"/>
              <p:cNvSpPr/>
              <p:nvPr/>
            </p:nvSpPr>
            <p:spPr>
              <a:xfrm>
                <a:off x="2175025" y="2735700"/>
                <a:ext cx="46775" cy="46750"/>
              </a:xfrm>
              <a:custGeom>
                <a:avLst/>
                <a:gdLst/>
                <a:ahLst/>
                <a:cxnLst/>
                <a:rect l="l" t="t" r="r" b="b"/>
                <a:pathLst>
                  <a:path w="1871" h="1870" extrusionOk="0">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1"/>
              <p:cNvSpPr/>
              <p:nvPr/>
            </p:nvSpPr>
            <p:spPr>
              <a:xfrm>
                <a:off x="2502175" y="2587175"/>
                <a:ext cx="46375" cy="46750"/>
              </a:xfrm>
              <a:custGeom>
                <a:avLst/>
                <a:gdLst/>
                <a:ahLst/>
                <a:cxnLst/>
                <a:rect l="l" t="t" r="r" b="b"/>
                <a:pathLst>
                  <a:path w="1855" h="1870" extrusionOk="0">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1"/>
              <p:cNvSpPr/>
              <p:nvPr/>
            </p:nvSpPr>
            <p:spPr>
              <a:xfrm>
                <a:off x="2774275" y="2309925"/>
                <a:ext cx="46775" cy="46775"/>
              </a:xfrm>
              <a:custGeom>
                <a:avLst/>
                <a:gdLst/>
                <a:ahLst/>
                <a:cxnLst/>
                <a:rect l="l" t="t" r="r" b="b"/>
                <a:pathLst>
                  <a:path w="1871" h="1871" extrusionOk="0">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1"/>
              <p:cNvSpPr/>
              <p:nvPr/>
            </p:nvSpPr>
            <p:spPr>
              <a:xfrm>
                <a:off x="2803975" y="2780450"/>
                <a:ext cx="46775" cy="46375"/>
              </a:xfrm>
              <a:custGeom>
                <a:avLst/>
                <a:gdLst/>
                <a:ahLst/>
                <a:cxnLst/>
                <a:rect l="l" t="t" r="r" b="b"/>
                <a:pathLst>
                  <a:path w="1871" h="1855" extrusionOk="0">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1"/>
              <p:cNvSpPr/>
              <p:nvPr/>
            </p:nvSpPr>
            <p:spPr>
              <a:xfrm>
                <a:off x="3462250" y="2334875"/>
                <a:ext cx="46750" cy="46375"/>
              </a:xfrm>
              <a:custGeom>
                <a:avLst/>
                <a:gdLst/>
                <a:ahLst/>
                <a:cxnLst/>
                <a:rect l="l" t="t" r="r" b="b"/>
                <a:pathLst>
                  <a:path w="1870" h="1855" extrusionOk="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1"/>
              <p:cNvSpPr/>
              <p:nvPr/>
            </p:nvSpPr>
            <p:spPr>
              <a:xfrm>
                <a:off x="3165600" y="2141600"/>
                <a:ext cx="46350" cy="46750"/>
              </a:xfrm>
              <a:custGeom>
                <a:avLst/>
                <a:gdLst/>
                <a:ahLst/>
                <a:cxnLst/>
                <a:rect l="l" t="t" r="r" b="b"/>
                <a:pathLst>
                  <a:path w="1854" h="1870" extrusionOk="0">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1"/>
              <p:cNvSpPr/>
              <p:nvPr/>
            </p:nvSpPr>
            <p:spPr>
              <a:xfrm>
                <a:off x="2843600" y="2404200"/>
                <a:ext cx="46750" cy="46350"/>
              </a:xfrm>
              <a:custGeom>
                <a:avLst/>
                <a:gdLst/>
                <a:ahLst/>
                <a:cxnLst/>
                <a:rect l="l" t="t" r="r" b="b"/>
                <a:pathLst>
                  <a:path w="1870" h="1854" extrusionOk="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1"/>
              <p:cNvSpPr/>
              <p:nvPr/>
            </p:nvSpPr>
            <p:spPr>
              <a:xfrm>
                <a:off x="2249500" y="248340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1"/>
              <p:cNvSpPr/>
              <p:nvPr/>
            </p:nvSpPr>
            <p:spPr>
              <a:xfrm>
                <a:off x="2864575" y="2111500"/>
                <a:ext cx="217075" cy="25375"/>
              </a:xfrm>
              <a:custGeom>
                <a:avLst/>
                <a:gdLst/>
                <a:ahLst/>
                <a:cxnLst/>
                <a:rect l="l" t="t" r="r" b="b"/>
                <a:pathLst>
                  <a:path w="8683" h="1015" extrusionOk="0">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1"/>
              <p:cNvSpPr/>
              <p:nvPr/>
            </p:nvSpPr>
            <p:spPr>
              <a:xfrm>
                <a:off x="3067775" y="2079025"/>
                <a:ext cx="46750" cy="46350"/>
              </a:xfrm>
              <a:custGeom>
                <a:avLst/>
                <a:gdLst/>
                <a:ahLst/>
                <a:cxnLst/>
                <a:rect l="l" t="t" r="r" b="b"/>
                <a:pathLst>
                  <a:path w="1870" h="1854" extrusionOk="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1"/>
              <p:cNvSpPr/>
              <p:nvPr/>
            </p:nvSpPr>
            <p:spPr>
              <a:xfrm>
                <a:off x="2827750" y="2071900"/>
                <a:ext cx="51500" cy="51500"/>
              </a:xfrm>
              <a:custGeom>
                <a:avLst/>
                <a:gdLst/>
                <a:ahLst/>
                <a:cxnLst/>
                <a:rect l="l" t="t" r="r" b="b"/>
                <a:pathLst>
                  <a:path w="2060" h="2060" extrusionOk="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1"/>
              <p:cNvSpPr/>
              <p:nvPr/>
            </p:nvSpPr>
            <p:spPr>
              <a:xfrm>
                <a:off x="3261825" y="2119425"/>
                <a:ext cx="51525" cy="51500"/>
              </a:xfrm>
              <a:custGeom>
                <a:avLst/>
                <a:gdLst/>
                <a:ahLst/>
                <a:cxnLst/>
                <a:rect l="l" t="t" r="r" b="b"/>
                <a:pathLst>
                  <a:path w="2061" h="2060" extrusionOk="0">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1"/>
              <p:cNvSpPr/>
              <p:nvPr/>
            </p:nvSpPr>
            <p:spPr>
              <a:xfrm>
                <a:off x="3004400" y="2223575"/>
                <a:ext cx="51500" cy="51525"/>
              </a:xfrm>
              <a:custGeom>
                <a:avLst/>
                <a:gdLst/>
                <a:ahLst/>
                <a:cxnLst/>
                <a:rect l="l" t="t" r="r" b="b"/>
                <a:pathLst>
                  <a:path w="2060" h="2061" extrusionOk="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1"/>
              <p:cNvSpPr/>
              <p:nvPr/>
            </p:nvSpPr>
            <p:spPr>
              <a:xfrm>
                <a:off x="2301375" y="2683825"/>
                <a:ext cx="51525" cy="51500"/>
              </a:xfrm>
              <a:custGeom>
                <a:avLst/>
                <a:gdLst/>
                <a:ahLst/>
                <a:cxnLst/>
                <a:rect l="l" t="t" r="r" b="b"/>
                <a:pathLst>
                  <a:path w="2061" h="2060" extrusionOk="0">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1"/>
              <p:cNvSpPr/>
              <p:nvPr/>
            </p:nvSpPr>
            <p:spPr>
              <a:xfrm>
                <a:off x="2133050" y="2456075"/>
                <a:ext cx="51525" cy="51525"/>
              </a:xfrm>
              <a:custGeom>
                <a:avLst/>
                <a:gdLst/>
                <a:ahLst/>
                <a:cxnLst/>
                <a:rect l="l" t="t" r="r" b="b"/>
                <a:pathLst>
                  <a:path w="2061" h="2061" extrusionOk="0">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1"/>
              <p:cNvSpPr/>
              <p:nvPr/>
            </p:nvSpPr>
            <p:spPr>
              <a:xfrm>
                <a:off x="2603575" y="2817275"/>
                <a:ext cx="51525" cy="51925"/>
              </a:xfrm>
              <a:custGeom>
                <a:avLst/>
                <a:gdLst/>
                <a:ahLst/>
                <a:cxnLst/>
                <a:rect l="l" t="t" r="r" b="b"/>
                <a:pathLst>
                  <a:path w="2061" h="2077" extrusionOk="0">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1"/>
              <p:cNvSpPr/>
              <p:nvPr/>
            </p:nvSpPr>
            <p:spPr>
              <a:xfrm>
                <a:off x="2647925" y="2782825"/>
                <a:ext cx="51525" cy="51525"/>
              </a:xfrm>
              <a:custGeom>
                <a:avLst/>
                <a:gdLst/>
                <a:ahLst/>
                <a:cxnLst/>
                <a:rect l="l" t="t" r="r" b="b"/>
                <a:pathLst>
                  <a:path w="2061" h="2061" extrusionOk="0">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1"/>
              <p:cNvSpPr/>
              <p:nvPr/>
            </p:nvSpPr>
            <p:spPr>
              <a:xfrm>
                <a:off x="3964850" y="2084975"/>
                <a:ext cx="51500" cy="51500"/>
              </a:xfrm>
              <a:custGeom>
                <a:avLst/>
                <a:gdLst/>
                <a:ahLst/>
                <a:cxnLst/>
                <a:rect l="l" t="t" r="r" b="b"/>
                <a:pathLst>
                  <a:path w="2060" h="2060" extrusionOk="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56" name="Google Shape;556;p11"/>
            <p:cNvPicPr preferRelativeResize="0"/>
            <p:nvPr/>
          </p:nvPicPr>
          <p:blipFill>
            <a:blip r:embed="rId3">
              <a:alphaModFix amt="40000"/>
            </a:blip>
            <a:stretch>
              <a:fillRect/>
            </a:stretch>
          </p:blipFill>
          <p:spPr>
            <a:xfrm>
              <a:off x="7315700" y="4281775"/>
              <a:ext cx="1177350" cy="1177350"/>
            </a:xfrm>
            <a:prstGeom prst="rect">
              <a:avLst/>
            </a:prstGeom>
            <a:noFill/>
            <a:ln>
              <a:noFill/>
            </a:ln>
          </p:spPr>
        </p:pic>
        <p:pic>
          <p:nvPicPr>
            <p:cNvPr id="557" name="Google Shape;557;p11"/>
            <p:cNvPicPr preferRelativeResize="0"/>
            <p:nvPr/>
          </p:nvPicPr>
          <p:blipFill>
            <a:blip r:embed="rId3">
              <a:alphaModFix amt="40000"/>
            </a:blip>
            <a:stretch>
              <a:fillRect/>
            </a:stretch>
          </p:blipFill>
          <p:spPr>
            <a:xfrm>
              <a:off x="8289575" y="3550475"/>
              <a:ext cx="1177350" cy="1177350"/>
            </a:xfrm>
            <a:prstGeom prst="rect">
              <a:avLst/>
            </a:prstGeom>
            <a:noFill/>
            <a:ln>
              <a:noFill/>
            </a:ln>
          </p:spPr>
        </p:pic>
        <p:pic>
          <p:nvPicPr>
            <p:cNvPr id="558" name="Google Shape;558;p11"/>
            <p:cNvPicPr preferRelativeResize="0"/>
            <p:nvPr/>
          </p:nvPicPr>
          <p:blipFill>
            <a:blip r:embed="rId3">
              <a:alphaModFix amt="40000"/>
            </a:blip>
            <a:stretch>
              <a:fillRect/>
            </a:stretch>
          </p:blipFill>
          <p:spPr>
            <a:xfrm>
              <a:off x="8341625" y="4281775"/>
              <a:ext cx="1177350" cy="1177350"/>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559"/>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560"/>
        <p:cNvGrpSpPr/>
        <p:nvPr/>
      </p:nvGrpSpPr>
      <p:grpSpPr>
        <a:xfrm>
          <a:off x="0" y="0"/>
          <a:ext cx="0" cy="0"/>
          <a:chOff x="0" y="0"/>
          <a:chExt cx="0" cy="0"/>
        </a:xfrm>
      </p:grpSpPr>
      <p:pic>
        <p:nvPicPr>
          <p:cNvPr id="561" name="Google Shape;561;p13"/>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562" name="Google Shape;562;p13"/>
          <p:cNvSpPr txBox="1">
            <a:spLocks noGrp="1"/>
          </p:cNvSpPr>
          <p:nvPr>
            <p:ph type="title" hasCustomPrompt="1"/>
          </p:nvPr>
        </p:nvSpPr>
        <p:spPr>
          <a:xfrm>
            <a:off x="1293604" y="1608675"/>
            <a:ext cx="13785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3" name="Google Shape;563;p13"/>
          <p:cNvSpPr txBox="1">
            <a:spLocks noGrp="1"/>
          </p:cNvSpPr>
          <p:nvPr>
            <p:ph type="title" idx="2" hasCustomPrompt="1"/>
          </p:nvPr>
        </p:nvSpPr>
        <p:spPr>
          <a:xfrm>
            <a:off x="3883926" y="1608675"/>
            <a:ext cx="13785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4" name="Google Shape;564;p13"/>
          <p:cNvSpPr txBox="1">
            <a:spLocks noGrp="1"/>
          </p:cNvSpPr>
          <p:nvPr>
            <p:ph type="title" idx="3" hasCustomPrompt="1"/>
          </p:nvPr>
        </p:nvSpPr>
        <p:spPr>
          <a:xfrm>
            <a:off x="6471600" y="1608675"/>
            <a:ext cx="13785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5" name="Google Shape;565;p13"/>
          <p:cNvSpPr txBox="1">
            <a:spLocks noGrp="1"/>
          </p:cNvSpPr>
          <p:nvPr>
            <p:ph type="title" idx="4" hasCustomPrompt="1"/>
          </p:nvPr>
        </p:nvSpPr>
        <p:spPr>
          <a:xfrm>
            <a:off x="1293604" y="3169475"/>
            <a:ext cx="13785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6" name="Google Shape;566;p13"/>
          <p:cNvSpPr txBox="1">
            <a:spLocks noGrp="1"/>
          </p:cNvSpPr>
          <p:nvPr>
            <p:ph type="title" idx="5" hasCustomPrompt="1"/>
          </p:nvPr>
        </p:nvSpPr>
        <p:spPr>
          <a:xfrm>
            <a:off x="3883926" y="3169475"/>
            <a:ext cx="13785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7" name="Google Shape;567;p13"/>
          <p:cNvSpPr txBox="1">
            <a:spLocks noGrp="1"/>
          </p:cNvSpPr>
          <p:nvPr>
            <p:ph type="title" idx="6" hasCustomPrompt="1"/>
          </p:nvPr>
        </p:nvSpPr>
        <p:spPr>
          <a:xfrm>
            <a:off x="6471600" y="3169475"/>
            <a:ext cx="1378500" cy="59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8" name="Google Shape;568;p13"/>
          <p:cNvSpPr txBox="1">
            <a:spLocks noGrp="1"/>
          </p:cNvSpPr>
          <p:nvPr>
            <p:ph type="title" idx="7"/>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69" name="Google Shape;569;p13"/>
          <p:cNvSpPr txBox="1">
            <a:spLocks noGrp="1"/>
          </p:cNvSpPr>
          <p:nvPr>
            <p:ph type="subTitle" idx="1"/>
          </p:nvPr>
        </p:nvSpPr>
        <p:spPr>
          <a:xfrm>
            <a:off x="720002" y="2130425"/>
            <a:ext cx="25260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570" name="Google Shape;570;p13"/>
          <p:cNvSpPr txBox="1">
            <a:spLocks noGrp="1"/>
          </p:cNvSpPr>
          <p:nvPr>
            <p:ph type="subTitle" idx="8"/>
          </p:nvPr>
        </p:nvSpPr>
        <p:spPr>
          <a:xfrm>
            <a:off x="3310324" y="2130425"/>
            <a:ext cx="25260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571" name="Google Shape;571;p13"/>
          <p:cNvSpPr txBox="1">
            <a:spLocks noGrp="1"/>
          </p:cNvSpPr>
          <p:nvPr>
            <p:ph type="subTitle" idx="9"/>
          </p:nvPr>
        </p:nvSpPr>
        <p:spPr>
          <a:xfrm>
            <a:off x="5897998" y="2130425"/>
            <a:ext cx="25260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572" name="Google Shape;572;p13"/>
          <p:cNvSpPr txBox="1">
            <a:spLocks noGrp="1"/>
          </p:cNvSpPr>
          <p:nvPr>
            <p:ph type="subTitle" idx="13"/>
          </p:nvPr>
        </p:nvSpPr>
        <p:spPr>
          <a:xfrm>
            <a:off x="720002" y="3708000"/>
            <a:ext cx="25260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573" name="Google Shape;573;p13"/>
          <p:cNvSpPr txBox="1">
            <a:spLocks noGrp="1"/>
          </p:cNvSpPr>
          <p:nvPr>
            <p:ph type="subTitle" idx="14"/>
          </p:nvPr>
        </p:nvSpPr>
        <p:spPr>
          <a:xfrm>
            <a:off x="3310324" y="3708000"/>
            <a:ext cx="25260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574" name="Google Shape;574;p13"/>
          <p:cNvSpPr txBox="1">
            <a:spLocks noGrp="1"/>
          </p:cNvSpPr>
          <p:nvPr>
            <p:ph type="subTitle" idx="15"/>
          </p:nvPr>
        </p:nvSpPr>
        <p:spPr>
          <a:xfrm>
            <a:off x="5897998" y="3708000"/>
            <a:ext cx="25260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grpSp>
        <p:nvGrpSpPr>
          <p:cNvPr id="575" name="Google Shape;575;p13"/>
          <p:cNvGrpSpPr/>
          <p:nvPr/>
        </p:nvGrpSpPr>
        <p:grpSpPr>
          <a:xfrm>
            <a:off x="7594475" y="-1910625"/>
            <a:ext cx="2151567" cy="3381325"/>
            <a:chOff x="7594475" y="-1910625"/>
            <a:chExt cx="2151567" cy="3381325"/>
          </a:xfrm>
        </p:grpSpPr>
        <p:grpSp>
          <p:nvGrpSpPr>
            <p:cNvPr id="576" name="Google Shape;576;p13"/>
            <p:cNvGrpSpPr/>
            <p:nvPr/>
          </p:nvGrpSpPr>
          <p:grpSpPr>
            <a:xfrm rot="-5400000">
              <a:off x="7339390" y="-1084534"/>
              <a:ext cx="3232743" cy="1580562"/>
              <a:chOff x="2191675" y="4192425"/>
              <a:chExt cx="1929650" cy="943450"/>
            </a:xfrm>
          </p:grpSpPr>
          <p:sp>
            <p:nvSpPr>
              <p:cNvPr id="577" name="Google Shape;577;p13"/>
              <p:cNvSpPr/>
              <p:nvPr/>
            </p:nvSpPr>
            <p:spPr>
              <a:xfrm>
                <a:off x="3010325" y="4489875"/>
                <a:ext cx="870175" cy="445600"/>
              </a:xfrm>
              <a:custGeom>
                <a:avLst/>
                <a:gdLst/>
                <a:ahLst/>
                <a:cxnLst/>
                <a:rect l="l" t="t" r="r" b="b"/>
                <a:pathLst>
                  <a:path w="34807" h="17824" extrusionOk="0">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3"/>
              <p:cNvSpPr/>
              <p:nvPr/>
            </p:nvSpPr>
            <p:spPr>
              <a:xfrm>
                <a:off x="2475650" y="4495025"/>
                <a:ext cx="359650" cy="139025"/>
              </a:xfrm>
              <a:custGeom>
                <a:avLst/>
                <a:gdLst/>
                <a:ahLst/>
                <a:cxnLst/>
                <a:rect l="l" t="t" r="r" b="b"/>
                <a:pathLst>
                  <a:path w="14386" h="5561" extrusionOk="0">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3"/>
              <p:cNvSpPr/>
              <p:nvPr/>
            </p:nvSpPr>
            <p:spPr>
              <a:xfrm>
                <a:off x="2605950" y="4534625"/>
                <a:ext cx="1219125" cy="460250"/>
              </a:xfrm>
              <a:custGeom>
                <a:avLst/>
                <a:gdLst/>
                <a:ahLst/>
                <a:cxnLst/>
                <a:rect l="l" t="t" r="r" b="b"/>
                <a:pathLst>
                  <a:path w="48765" h="18410" extrusionOk="0">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3"/>
              <p:cNvSpPr/>
              <p:nvPr/>
            </p:nvSpPr>
            <p:spPr>
              <a:xfrm>
                <a:off x="2722000" y="4631650"/>
                <a:ext cx="1145050" cy="383025"/>
              </a:xfrm>
              <a:custGeom>
                <a:avLst/>
                <a:gdLst/>
                <a:ahLst/>
                <a:cxnLst/>
                <a:rect l="l" t="t" r="r" b="b"/>
                <a:pathLst>
                  <a:path w="45802" h="15321" extrusionOk="0">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3"/>
              <p:cNvSpPr/>
              <p:nvPr/>
            </p:nvSpPr>
            <p:spPr>
              <a:xfrm>
                <a:off x="2660600" y="4648300"/>
                <a:ext cx="1412000" cy="386175"/>
              </a:xfrm>
              <a:custGeom>
                <a:avLst/>
                <a:gdLst/>
                <a:ahLst/>
                <a:cxnLst/>
                <a:rect l="l" t="t" r="r" b="b"/>
                <a:pathLst>
                  <a:path w="56480" h="15447" extrusionOk="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3"/>
              <p:cNvSpPr/>
              <p:nvPr/>
            </p:nvSpPr>
            <p:spPr>
              <a:xfrm>
                <a:off x="2990525" y="4905725"/>
                <a:ext cx="533525" cy="192525"/>
              </a:xfrm>
              <a:custGeom>
                <a:avLst/>
                <a:gdLst/>
                <a:ahLst/>
                <a:cxnLst/>
                <a:rect l="l" t="t" r="r" b="b"/>
                <a:pathLst>
                  <a:path w="21341" h="7701" extrusionOk="0">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3"/>
              <p:cNvSpPr/>
              <p:nvPr/>
            </p:nvSpPr>
            <p:spPr>
              <a:xfrm>
                <a:off x="3253125" y="4895825"/>
                <a:ext cx="692725" cy="168375"/>
              </a:xfrm>
              <a:custGeom>
                <a:avLst/>
                <a:gdLst/>
                <a:ahLst/>
                <a:cxnLst/>
                <a:rect l="l" t="t" r="r" b="b"/>
                <a:pathLst>
                  <a:path w="27709" h="6735" extrusionOk="0">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3"/>
              <p:cNvSpPr/>
              <p:nvPr/>
            </p:nvSpPr>
            <p:spPr>
              <a:xfrm>
                <a:off x="2990125" y="4451850"/>
                <a:ext cx="46375" cy="46350"/>
              </a:xfrm>
              <a:custGeom>
                <a:avLst/>
                <a:gdLst/>
                <a:ahLst/>
                <a:cxnLst/>
                <a:rect l="l" t="t" r="r" b="b"/>
                <a:pathLst>
                  <a:path w="1855" h="1854" extrusionOk="0">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3"/>
              <p:cNvSpPr/>
              <p:nvPr/>
            </p:nvSpPr>
            <p:spPr>
              <a:xfrm>
                <a:off x="2430900" y="4535825"/>
                <a:ext cx="46350" cy="46750"/>
              </a:xfrm>
              <a:custGeom>
                <a:avLst/>
                <a:gdLst/>
                <a:ahLst/>
                <a:cxnLst/>
                <a:rect l="l" t="t" r="r" b="b"/>
                <a:pathLst>
                  <a:path w="1854" h="1870" extrusionOk="0">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3"/>
              <p:cNvSpPr/>
              <p:nvPr/>
            </p:nvSpPr>
            <p:spPr>
              <a:xfrm>
                <a:off x="3846425" y="4937025"/>
                <a:ext cx="46750" cy="46375"/>
              </a:xfrm>
              <a:custGeom>
                <a:avLst/>
                <a:gdLst/>
                <a:ahLst/>
                <a:cxnLst/>
                <a:rect l="l" t="t" r="r" b="b"/>
                <a:pathLst>
                  <a:path w="1870" h="1855" extrusionOk="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3"/>
              <p:cNvSpPr/>
              <p:nvPr/>
            </p:nvSpPr>
            <p:spPr>
              <a:xfrm>
                <a:off x="3227775" y="4877625"/>
                <a:ext cx="46375" cy="46350"/>
              </a:xfrm>
              <a:custGeom>
                <a:avLst/>
                <a:gdLst/>
                <a:ahLst/>
                <a:cxnLst/>
                <a:rect l="l" t="t" r="r" b="b"/>
                <a:pathLst>
                  <a:path w="1855"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3"/>
              <p:cNvSpPr/>
              <p:nvPr/>
            </p:nvSpPr>
            <p:spPr>
              <a:xfrm>
                <a:off x="3514925" y="5089500"/>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3"/>
              <p:cNvSpPr/>
              <p:nvPr/>
            </p:nvSpPr>
            <p:spPr>
              <a:xfrm>
                <a:off x="2891125" y="4689475"/>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3"/>
              <p:cNvSpPr/>
              <p:nvPr/>
            </p:nvSpPr>
            <p:spPr>
              <a:xfrm>
                <a:off x="2816650" y="4610275"/>
                <a:ext cx="46775" cy="46350"/>
              </a:xfrm>
              <a:custGeom>
                <a:avLst/>
                <a:gdLst/>
                <a:ahLst/>
                <a:cxnLst/>
                <a:rect l="l" t="t" r="r" b="b"/>
                <a:pathLst>
                  <a:path w="1871" h="1854" extrusionOk="0">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3"/>
              <p:cNvSpPr/>
              <p:nvPr/>
            </p:nvSpPr>
            <p:spPr>
              <a:xfrm>
                <a:off x="2556850" y="4543350"/>
                <a:ext cx="51500" cy="51500"/>
              </a:xfrm>
              <a:custGeom>
                <a:avLst/>
                <a:gdLst/>
                <a:ahLst/>
                <a:cxnLst/>
                <a:rect l="l" t="t" r="r" b="b"/>
                <a:pathLst>
                  <a:path w="2060" h="2060" extrusionOk="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3"/>
              <p:cNvSpPr/>
              <p:nvPr/>
            </p:nvSpPr>
            <p:spPr>
              <a:xfrm>
                <a:off x="2611500" y="4627700"/>
                <a:ext cx="51500" cy="51525"/>
              </a:xfrm>
              <a:custGeom>
                <a:avLst/>
                <a:gdLst/>
                <a:ahLst/>
                <a:cxnLst/>
                <a:rect l="l" t="t" r="r" b="b"/>
                <a:pathLst>
                  <a:path w="2060" h="2061" extrusionOk="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3"/>
              <p:cNvSpPr/>
              <p:nvPr/>
            </p:nvSpPr>
            <p:spPr>
              <a:xfrm>
                <a:off x="2685550" y="4588100"/>
                <a:ext cx="51525" cy="51500"/>
              </a:xfrm>
              <a:custGeom>
                <a:avLst/>
                <a:gdLst/>
                <a:ahLst/>
                <a:cxnLst/>
                <a:rect l="l" t="t" r="r" b="b"/>
                <a:pathLst>
                  <a:path w="2061" h="2060" extrusionOk="0">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3"/>
              <p:cNvSpPr/>
              <p:nvPr/>
            </p:nvSpPr>
            <p:spPr>
              <a:xfrm>
                <a:off x="3150925" y="4949300"/>
                <a:ext cx="51525" cy="51525"/>
              </a:xfrm>
              <a:custGeom>
                <a:avLst/>
                <a:gdLst/>
                <a:ahLst/>
                <a:cxnLst/>
                <a:rect l="l" t="t" r="r" b="b"/>
                <a:pathLst>
                  <a:path w="2061" h="2061" extrusionOk="0">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3"/>
              <p:cNvSpPr/>
              <p:nvPr/>
            </p:nvSpPr>
            <p:spPr>
              <a:xfrm>
                <a:off x="4069800" y="5006350"/>
                <a:ext cx="51525" cy="51500"/>
              </a:xfrm>
              <a:custGeom>
                <a:avLst/>
                <a:gdLst/>
                <a:ahLst/>
                <a:cxnLst/>
                <a:rect l="l" t="t" r="r" b="b"/>
                <a:pathLst>
                  <a:path w="2061" h="2060" extrusionOk="0">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3"/>
              <p:cNvSpPr/>
              <p:nvPr/>
            </p:nvSpPr>
            <p:spPr>
              <a:xfrm>
                <a:off x="3942675" y="5040800"/>
                <a:ext cx="51500" cy="51500"/>
              </a:xfrm>
              <a:custGeom>
                <a:avLst/>
                <a:gdLst/>
                <a:ahLst/>
                <a:cxnLst/>
                <a:rect l="l" t="t" r="r" b="b"/>
                <a:pathLst>
                  <a:path w="2060" h="2060" extrusionOk="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3"/>
              <p:cNvSpPr/>
              <p:nvPr/>
            </p:nvSpPr>
            <p:spPr>
              <a:xfrm>
                <a:off x="3877325" y="4843550"/>
                <a:ext cx="51500" cy="51525"/>
              </a:xfrm>
              <a:custGeom>
                <a:avLst/>
                <a:gdLst/>
                <a:ahLst/>
                <a:cxnLst/>
                <a:rect l="l" t="t" r="r" b="b"/>
                <a:pathLst>
                  <a:path w="2060" h="2061" extrusionOk="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3"/>
              <p:cNvSpPr/>
              <p:nvPr/>
            </p:nvSpPr>
            <p:spPr>
              <a:xfrm>
                <a:off x="2432875" y="4392825"/>
                <a:ext cx="869775" cy="445600"/>
              </a:xfrm>
              <a:custGeom>
                <a:avLst/>
                <a:gdLst/>
                <a:ahLst/>
                <a:cxnLst/>
                <a:rect l="l" t="t" r="r" b="b"/>
                <a:pathLst>
                  <a:path w="34791" h="17824" extrusionOk="0">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3"/>
              <p:cNvSpPr/>
              <p:nvPr/>
            </p:nvSpPr>
            <p:spPr>
              <a:xfrm>
                <a:off x="3477700" y="4694250"/>
                <a:ext cx="359650" cy="139425"/>
              </a:xfrm>
              <a:custGeom>
                <a:avLst/>
                <a:gdLst/>
                <a:ahLst/>
                <a:cxnLst/>
                <a:rect l="l" t="t" r="r" b="b"/>
                <a:pathLst>
                  <a:path w="14386" h="5577" extrusionOk="0">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3"/>
              <p:cNvSpPr/>
              <p:nvPr/>
            </p:nvSpPr>
            <p:spPr>
              <a:xfrm>
                <a:off x="2488325" y="4333425"/>
                <a:ext cx="1218700" cy="460650"/>
              </a:xfrm>
              <a:custGeom>
                <a:avLst/>
                <a:gdLst/>
                <a:ahLst/>
                <a:cxnLst/>
                <a:rect l="l" t="t" r="r" b="b"/>
                <a:pathLst>
                  <a:path w="48748" h="18426" extrusionOk="0">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3"/>
              <p:cNvSpPr/>
              <p:nvPr/>
            </p:nvSpPr>
            <p:spPr>
              <a:xfrm>
                <a:off x="2445950" y="4313625"/>
                <a:ext cx="1144650" cy="383400"/>
              </a:xfrm>
              <a:custGeom>
                <a:avLst/>
                <a:gdLst/>
                <a:ahLst/>
                <a:cxnLst/>
                <a:rect l="l" t="t" r="r" b="b"/>
                <a:pathLst>
                  <a:path w="45786" h="15336" extrusionOk="0">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3"/>
              <p:cNvSpPr/>
              <p:nvPr/>
            </p:nvSpPr>
            <p:spPr>
              <a:xfrm>
                <a:off x="2240775" y="4293825"/>
                <a:ext cx="1412000" cy="386175"/>
              </a:xfrm>
              <a:custGeom>
                <a:avLst/>
                <a:gdLst/>
                <a:ahLst/>
                <a:cxnLst/>
                <a:rect l="l" t="t" r="r" b="b"/>
                <a:pathLst>
                  <a:path w="56480" h="15447" extrusionOk="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3"/>
              <p:cNvSpPr/>
              <p:nvPr/>
            </p:nvSpPr>
            <p:spPr>
              <a:xfrm>
                <a:off x="2789325" y="4230050"/>
                <a:ext cx="532725" cy="192525"/>
              </a:xfrm>
              <a:custGeom>
                <a:avLst/>
                <a:gdLst/>
                <a:ahLst/>
                <a:cxnLst/>
                <a:rect l="l" t="t" r="r" b="b"/>
                <a:pathLst>
                  <a:path w="21309" h="7701" extrusionOk="0">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3"/>
              <p:cNvSpPr/>
              <p:nvPr/>
            </p:nvSpPr>
            <p:spPr>
              <a:xfrm>
                <a:off x="2367525" y="4264100"/>
                <a:ext cx="692350" cy="168375"/>
              </a:xfrm>
              <a:custGeom>
                <a:avLst/>
                <a:gdLst/>
                <a:ahLst/>
                <a:cxnLst/>
                <a:rect l="l" t="t" r="r" b="b"/>
                <a:pathLst>
                  <a:path w="27694" h="6735" extrusionOk="0">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3"/>
              <p:cNvSpPr/>
              <p:nvPr/>
            </p:nvSpPr>
            <p:spPr>
              <a:xfrm>
                <a:off x="3275700" y="4830100"/>
                <a:ext cx="46750" cy="46350"/>
              </a:xfrm>
              <a:custGeom>
                <a:avLst/>
                <a:gdLst/>
                <a:ahLst/>
                <a:cxnLst/>
                <a:rect l="l" t="t" r="r" b="b"/>
                <a:pathLst>
                  <a:path w="1870" h="1854" extrusionOk="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3"/>
              <p:cNvSpPr/>
              <p:nvPr/>
            </p:nvSpPr>
            <p:spPr>
              <a:xfrm>
                <a:off x="3835325" y="4745725"/>
                <a:ext cx="46375" cy="46750"/>
              </a:xfrm>
              <a:custGeom>
                <a:avLst/>
                <a:gdLst/>
                <a:ahLst/>
                <a:cxnLst/>
                <a:rect l="l" t="t" r="r" b="b"/>
                <a:pathLst>
                  <a:path w="1855" h="1870" extrusionOk="0">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3"/>
              <p:cNvSpPr/>
              <p:nvPr/>
            </p:nvSpPr>
            <p:spPr>
              <a:xfrm>
                <a:off x="2419400" y="4344900"/>
                <a:ext cx="46375" cy="46375"/>
              </a:xfrm>
              <a:custGeom>
                <a:avLst/>
                <a:gdLst/>
                <a:ahLst/>
                <a:cxnLst/>
                <a:rect l="l" t="t" r="r" b="b"/>
                <a:pathLst>
                  <a:path w="1855" h="1855" extrusionOk="0">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3"/>
              <p:cNvSpPr/>
              <p:nvPr/>
            </p:nvSpPr>
            <p:spPr>
              <a:xfrm>
                <a:off x="3038050" y="4404325"/>
                <a:ext cx="46775" cy="46350"/>
              </a:xfrm>
              <a:custGeom>
                <a:avLst/>
                <a:gdLst/>
                <a:ahLst/>
                <a:cxnLst/>
                <a:rect l="l" t="t" r="r" b="b"/>
                <a:pathLst>
                  <a:path w="1871" h="1854" extrusionOk="0">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3"/>
              <p:cNvSpPr/>
              <p:nvPr/>
            </p:nvSpPr>
            <p:spPr>
              <a:xfrm>
                <a:off x="2750925" y="4192425"/>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3"/>
              <p:cNvSpPr/>
              <p:nvPr/>
            </p:nvSpPr>
            <p:spPr>
              <a:xfrm>
                <a:off x="3374725" y="4592450"/>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3"/>
              <p:cNvSpPr/>
              <p:nvPr/>
            </p:nvSpPr>
            <p:spPr>
              <a:xfrm>
                <a:off x="3449175" y="4671675"/>
                <a:ext cx="46375" cy="46350"/>
              </a:xfrm>
              <a:custGeom>
                <a:avLst/>
                <a:gdLst/>
                <a:ahLst/>
                <a:cxnLst/>
                <a:rect l="l" t="t" r="r" b="b"/>
                <a:pathLst>
                  <a:path w="1855" h="1854" extrusionOk="0">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3"/>
              <p:cNvSpPr/>
              <p:nvPr/>
            </p:nvSpPr>
            <p:spPr>
              <a:xfrm>
                <a:off x="3704250" y="4733450"/>
                <a:ext cx="51500" cy="51500"/>
              </a:xfrm>
              <a:custGeom>
                <a:avLst/>
                <a:gdLst/>
                <a:ahLst/>
                <a:cxnLst/>
                <a:rect l="l" t="t" r="r" b="b"/>
                <a:pathLst>
                  <a:path w="2060" h="2060" extrusionOk="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3"/>
              <p:cNvSpPr/>
              <p:nvPr/>
            </p:nvSpPr>
            <p:spPr>
              <a:xfrm>
                <a:off x="3649575" y="4649075"/>
                <a:ext cx="51525" cy="51925"/>
              </a:xfrm>
              <a:custGeom>
                <a:avLst/>
                <a:gdLst/>
                <a:ahLst/>
                <a:cxnLst/>
                <a:rect l="l" t="t" r="r" b="b"/>
                <a:pathLst>
                  <a:path w="2061" h="2077" extrusionOk="0">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3"/>
              <p:cNvSpPr/>
              <p:nvPr/>
            </p:nvSpPr>
            <p:spPr>
              <a:xfrm>
                <a:off x="3575525" y="4688700"/>
                <a:ext cx="51500" cy="51900"/>
              </a:xfrm>
              <a:custGeom>
                <a:avLst/>
                <a:gdLst/>
                <a:ahLst/>
                <a:cxnLst/>
                <a:rect l="l" t="t" r="r" b="b"/>
                <a:pathLst>
                  <a:path w="2060" h="2076" extrusionOk="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3"/>
              <p:cNvSpPr/>
              <p:nvPr/>
            </p:nvSpPr>
            <p:spPr>
              <a:xfrm>
                <a:off x="3110150" y="4327475"/>
                <a:ext cx="51500" cy="51525"/>
              </a:xfrm>
              <a:custGeom>
                <a:avLst/>
                <a:gdLst/>
                <a:ahLst/>
                <a:cxnLst/>
                <a:rect l="l" t="t" r="r" b="b"/>
                <a:pathLst>
                  <a:path w="2060" h="2061" extrusionOk="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3"/>
              <p:cNvSpPr/>
              <p:nvPr/>
            </p:nvSpPr>
            <p:spPr>
              <a:xfrm>
                <a:off x="2191675" y="4270450"/>
                <a:ext cx="51500" cy="51500"/>
              </a:xfrm>
              <a:custGeom>
                <a:avLst/>
                <a:gdLst/>
                <a:ahLst/>
                <a:cxnLst/>
                <a:rect l="l" t="t" r="r" b="b"/>
                <a:pathLst>
                  <a:path w="2060" h="2060" extrusionOk="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3"/>
              <p:cNvSpPr/>
              <p:nvPr/>
            </p:nvSpPr>
            <p:spPr>
              <a:xfrm>
                <a:off x="2318400" y="4236000"/>
                <a:ext cx="51525" cy="51500"/>
              </a:xfrm>
              <a:custGeom>
                <a:avLst/>
                <a:gdLst/>
                <a:ahLst/>
                <a:cxnLst/>
                <a:rect l="l" t="t" r="r" b="b"/>
                <a:pathLst>
                  <a:path w="2061" h="2060" extrusionOk="0">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3"/>
              <p:cNvSpPr/>
              <p:nvPr/>
            </p:nvSpPr>
            <p:spPr>
              <a:xfrm>
                <a:off x="2383750" y="4433225"/>
                <a:ext cx="51525" cy="51925"/>
              </a:xfrm>
              <a:custGeom>
                <a:avLst/>
                <a:gdLst/>
                <a:ahLst/>
                <a:cxnLst/>
                <a:rect l="l" t="t" r="r" b="b"/>
                <a:pathLst>
                  <a:path w="2061" h="2077" extrusionOk="0">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19" name="Google Shape;619;p13"/>
            <p:cNvPicPr preferRelativeResize="0"/>
            <p:nvPr/>
          </p:nvPicPr>
          <p:blipFill>
            <a:blip r:embed="rId3">
              <a:alphaModFix amt="40000"/>
            </a:blip>
            <a:stretch>
              <a:fillRect/>
            </a:stretch>
          </p:blipFill>
          <p:spPr>
            <a:xfrm>
              <a:off x="7594475" y="-271650"/>
              <a:ext cx="1177350" cy="1177350"/>
            </a:xfrm>
            <a:prstGeom prst="rect">
              <a:avLst/>
            </a:prstGeom>
            <a:noFill/>
            <a:ln>
              <a:noFill/>
            </a:ln>
          </p:spPr>
        </p:pic>
        <p:pic>
          <p:nvPicPr>
            <p:cNvPr id="620" name="Google Shape;620;p13"/>
            <p:cNvPicPr preferRelativeResize="0"/>
            <p:nvPr/>
          </p:nvPicPr>
          <p:blipFill>
            <a:blip r:embed="rId3">
              <a:alphaModFix amt="40000"/>
            </a:blip>
            <a:stretch>
              <a:fillRect/>
            </a:stretch>
          </p:blipFill>
          <p:spPr>
            <a:xfrm>
              <a:off x="8218950" y="293350"/>
              <a:ext cx="1177350" cy="1177350"/>
            </a:xfrm>
            <a:prstGeom prst="rect">
              <a:avLst/>
            </a:prstGeom>
            <a:noFill/>
            <a:ln>
              <a:noFill/>
            </a:ln>
          </p:spPr>
        </p:pic>
      </p:grpSp>
      <p:grpSp>
        <p:nvGrpSpPr>
          <p:cNvPr id="621" name="Google Shape;621;p13"/>
          <p:cNvGrpSpPr/>
          <p:nvPr/>
        </p:nvGrpSpPr>
        <p:grpSpPr>
          <a:xfrm>
            <a:off x="-500554" y="3650100"/>
            <a:ext cx="2057554" cy="3254804"/>
            <a:chOff x="-500554" y="3650100"/>
            <a:chExt cx="2057554" cy="3254804"/>
          </a:xfrm>
        </p:grpSpPr>
        <p:grpSp>
          <p:nvGrpSpPr>
            <p:cNvPr id="622" name="Google Shape;622;p13"/>
            <p:cNvGrpSpPr/>
            <p:nvPr/>
          </p:nvGrpSpPr>
          <p:grpSpPr>
            <a:xfrm rot="-5400000">
              <a:off x="-1283301" y="4624525"/>
              <a:ext cx="3063126" cy="1497633"/>
              <a:chOff x="2191675" y="4192425"/>
              <a:chExt cx="1929650" cy="943450"/>
            </a:xfrm>
          </p:grpSpPr>
          <p:sp>
            <p:nvSpPr>
              <p:cNvPr id="623" name="Google Shape;623;p13"/>
              <p:cNvSpPr/>
              <p:nvPr/>
            </p:nvSpPr>
            <p:spPr>
              <a:xfrm>
                <a:off x="3010325" y="4489875"/>
                <a:ext cx="870175" cy="445600"/>
              </a:xfrm>
              <a:custGeom>
                <a:avLst/>
                <a:gdLst/>
                <a:ahLst/>
                <a:cxnLst/>
                <a:rect l="l" t="t" r="r" b="b"/>
                <a:pathLst>
                  <a:path w="34807" h="17824" extrusionOk="0">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3"/>
              <p:cNvSpPr/>
              <p:nvPr/>
            </p:nvSpPr>
            <p:spPr>
              <a:xfrm>
                <a:off x="2475650" y="4495025"/>
                <a:ext cx="359650" cy="139025"/>
              </a:xfrm>
              <a:custGeom>
                <a:avLst/>
                <a:gdLst/>
                <a:ahLst/>
                <a:cxnLst/>
                <a:rect l="l" t="t" r="r" b="b"/>
                <a:pathLst>
                  <a:path w="14386" h="5561" extrusionOk="0">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3"/>
              <p:cNvSpPr/>
              <p:nvPr/>
            </p:nvSpPr>
            <p:spPr>
              <a:xfrm>
                <a:off x="2605950" y="4534625"/>
                <a:ext cx="1219125" cy="460250"/>
              </a:xfrm>
              <a:custGeom>
                <a:avLst/>
                <a:gdLst/>
                <a:ahLst/>
                <a:cxnLst/>
                <a:rect l="l" t="t" r="r" b="b"/>
                <a:pathLst>
                  <a:path w="48765" h="18410" extrusionOk="0">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3"/>
              <p:cNvSpPr/>
              <p:nvPr/>
            </p:nvSpPr>
            <p:spPr>
              <a:xfrm>
                <a:off x="2722000" y="4631650"/>
                <a:ext cx="1145050" cy="383025"/>
              </a:xfrm>
              <a:custGeom>
                <a:avLst/>
                <a:gdLst/>
                <a:ahLst/>
                <a:cxnLst/>
                <a:rect l="l" t="t" r="r" b="b"/>
                <a:pathLst>
                  <a:path w="45802" h="15321" extrusionOk="0">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3"/>
              <p:cNvSpPr/>
              <p:nvPr/>
            </p:nvSpPr>
            <p:spPr>
              <a:xfrm>
                <a:off x="2660600" y="4648300"/>
                <a:ext cx="1412000" cy="386175"/>
              </a:xfrm>
              <a:custGeom>
                <a:avLst/>
                <a:gdLst/>
                <a:ahLst/>
                <a:cxnLst/>
                <a:rect l="l" t="t" r="r" b="b"/>
                <a:pathLst>
                  <a:path w="56480" h="15447" extrusionOk="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3"/>
              <p:cNvSpPr/>
              <p:nvPr/>
            </p:nvSpPr>
            <p:spPr>
              <a:xfrm>
                <a:off x="2990525" y="4905725"/>
                <a:ext cx="533525" cy="192525"/>
              </a:xfrm>
              <a:custGeom>
                <a:avLst/>
                <a:gdLst/>
                <a:ahLst/>
                <a:cxnLst/>
                <a:rect l="l" t="t" r="r" b="b"/>
                <a:pathLst>
                  <a:path w="21341" h="7701" extrusionOk="0">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3"/>
              <p:cNvSpPr/>
              <p:nvPr/>
            </p:nvSpPr>
            <p:spPr>
              <a:xfrm>
                <a:off x="3253125" y="4895825"/>
                <a:ext cx="692725" cy="168375"/>
              </a:xfrm>
              <a:custGeom>
                <a:avLst/>
                <a:gdLst/>
                <a:ahLst/>
                <a:cxnLst/>
                <a:rect l="l" t="t" r="r" b="b"/>
                <a:pathLst>
                  <a:path w="27709" h="6735" extrusionOk="0">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3"/>
              <p:cNvSpPr/>
              <p:nvPr/>
            </p:nvSpPr>
            <p:spPr>
              <a:xfrm>
                <a:off x="2990125" y="4451850"/>
                <a:ext cx="46375" cy="46350"/>
              </a:xfrm>
              <a:custGeom>
                <a:avLst/>
                <a:gdLst/>
                <a:ahLst/>
                <a:cxnLst/>
                <a:rect l="l" t="t" r="r" b="b"/>
                <a:pathLst>
                  <a:path w="1855" h="1854" extrusionOk="0">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3"/>
              <p:cNvSpPr/>
              <p:nvPr/>
            </p:nvSpPr>
            <p:spPr>
              <a:xfrm>
                <a:off x="2430900" y="4535825"/>
                <a:ext cx="46350" cy="46750"/>
              </a:xfrm>
              <a:custGeom>
                <a:avLst/>
                <a:gdLst/>
                <a:ahLst/>
                <a:cxnLst/>
                <a:rect l="l" t="t" r="r" b="b"/>
                <a:pathLst>
                  <a:path w="1854" h="1870" extrusionOk="0">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3"/>
              <p:cNvSpPr/>
              <p:nvPr/>
            </p:nvSpPr>
            <p:spPr>
              <a:xfrm>
                <a:off x="3846425" y="4937025"/>
                <a:ext cx="46750" cy="46375"/>
              </a:xfrm>
              <a:custGeom>
                <a:avLst/>
                <a:gdLst/>
                <a:ahLst/>
                <a:cxnLst/>
                <a:rect l="l" t="t" r="r" b="b"/>
                <a:pathLst>
                  <a:path w="1870" h="1855" extrusionOk="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3"/>
              <p:cNvSpPr/>
              <p:nvPr/>
            </p:nvSpPr>
            <p:spPr>
              <a:xfrm>
                <a:off x="3227775" y="4877625"/>
                <a:ext cx="46375" cy="46350"/>
              </a:xfrm>
              <a:custGeom>
                <a:avLst/>
                <a:gdLst/>
                <a:ahLst/>
                <a:cxnLst/>
                <a:rect l="l" t="t" r="r" b="b"/>
                <a:pathLst>
                  <a:path w="1855"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3"/>
              <p:cNvSpPr/>
              <p:nvPr/>
            </p:nvSpPr>
            <p:spPr>
              <a:xfrm>
                <a:off x="3514925" y="5089500"/>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3"/>
              <p:cNvSpPr/>
              <p:nvPr/>
            </p:nvSpPr>
            <p:spPr>
              <a:xfrm>
                <a:off x="2891125" y="4689475"/>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3"/>
              <p:cNvSpPr/>
              <p:nvPr/>
            </p:nvSpPr>
            <p:spPr>
              <a:xfrm>
                <a:off x="2816650" y="4610275"/>
                <a:ext cx="46775" cy="46350"/>
              </a:xfrm>
              <a:custGeom>
                <a:avLst/>
                <a:gdLst/>
                <a:ahLst/>
                <a:cxnLst/>
                <a:rect l="l" t="t" r="r" b="b"/>
                <a:pathLst>
                  <a:path w="1871" h="1854" extrusionOk="0">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3"/>
              <p:cNvSpPr/>
              <p:nvPr/>
            </p:nvSpPr>
            <p:spPr>
              <a:xfrm>
                <a:off x="2556850" y="4543350"/>
                <a:ext cx="51500" cy="51500"/>
              </a:xfrm>
              <a:custGeom>
                <a:avLst/>
                <a:gdLst/>
                <a:ahLst/>
                <a:cxnLst/>
                <a:rect l="l" t="t" r="r" b="b"/>
                <a:pathLst>
                  <a:path w="2060" h="2060" extrusionOk="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3"/>
              <p:cNvSpPr/>
              <p:nvPr/>
            </p:nvSpPr>
            <p:spPr>
              <a:xfrm>
                <a:off x="2611500" y="4627700"/>
                <a:ext cx="51500" cy="51525"/>
              </a:xfrm>
              <a:custGeom>
                <a:avLst/>
                <a:gdLst/>
                <a:ahLst/>
                <a:cxnLst/>
                <a:rect l="l" t="t" r="r" b="b"/>
                <a:pathLst>
                  <a:path w="2060" h="2061" extrusionOk="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3"/>
              <p:cNvSpPr/>
              <p:nvPr/>
            </p:nvSpPr>
            <p:spPr>
              <a:xfrm>
                <a:off x="2685550" y="4588100"/>
                <a:ext cx="51525" cy="51500"/>
              </a:xfrm>
              <a:custGeom>
                <a:avLst/>
                <a:gdLst/>
                <a:ahLst/>
                <a:cxnLst/>
                <a:rect l="l" t="t" r="r" b="b"/>
                <a:pathLst>
                  <a:path w="2061" h="2060" extrusionOk="0">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3"/>
              <p:cNvSpPr/>
              <p:nvPr/>
            </p:nvSpPr>
            <p:spPr>
              <a:xfrm>
                <a:off x="3150925" y="4949300"/>
                <a:ext cx="51525" cy="51525"/>
              </a:xfrm>
              <a:custGeom>
                <a:avLst/>
                <a:gdLst/>
                <a:ahLst/>
                <a:cxnLst/>
                <a:rect l="l" t="t" r="r" b="b"/>
                <a:pathLst>
                  <a:path w="2061" h="2061" extrusionOk="0">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3"/>
              <p:cNvSpPr/>
              <p:nvPr/>
            </p:nvSpPr>
            <p:spPr>
              <a:xfrm>
                <a:off x="4069800" y="5006350"/>
                <a:ext cx="51525" cy="51500"/>
              </a:xfrm>
              <a:custGeom>
                <a:avLst/>
                <a:gdLst/>
                <a:ahLst/>
                <a:cxnLst/>
                <a:rect l="l" t="t" r="r" b="b"/>
                <a:pathLst>
                  <a:path w="2061" h="2060" extrusionOk="0">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3"/>
              <p:cNvSpPr/>
              <p:nvPr/>
            </p:nvSpPr>
            <p:spPr>
              <a:xfrm>
                <a:off x="3942675" y="5040800"/>
                <a:ext cx="51500" cy="51500"/>
              </a:xfrm>
              <a:custGeom>
                <a:avLst/>
                <a:gdLst/>
                <a:ahLst/>
                <a:cxnLst/>
                <a:rect l="l" t="t" r="r" b="b"/>
                <a:pathLst>
                  <a:path w="2060" h="2060" extrusionOk="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3"/>
              <p:cNvSpPr/>
              <p:nvPr/>
            </p:nvSpPr>
            <p:spPr>
              <a:xfrm>
                <a:off x="3877325" y="4843550"/>
                <a:ext cx="51500" cy="51525"/>
              </a:xfrm>
              <a:custGeom>
                <a:avLst/>
                <a:gdLst/>
                <a:ahLst/>
                <a:cxnLst/>
                <a:rect l="l" t="t" r="r" b="b"/>
                <a:pathLst>
                  <a:path w="2060" h="2061" extrusionOk="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3"/>
              <p:cNvSpPr/>
              <p:nvPr/>
            </p:nvSpPr>
            <p:spPr>
              <a:xfrm>
                <a:off x="2432875" y="4392825"/>
                <a:ext cx="869775" cy="445600"/>
              </a:xfrm>
              <a:custGeom>
                <a:avLst/>
                <a:gdLst/>
                <a:ahLst/>
                <a:cxnLst/>
                <a:rect l="l" t="t" r="r" b="b"/>
                <a:pathLst>
                  <a:path w="34791" h="17824" extrusionOk="0">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3"/>
              <p:cNvSpPr/>
              <p:nvPr/>
            </p:nvSpPr>
            <p:spPr>
              <a:xfrm>
                <a:off x="3477700" y="4694250"/>
                <a:ext cx="359650" cy="139425"/>
              </a:xfrm>
              <a:custGeom>
                <a:avLst/>
                <a:gdLst/>
                <a:ahLst/>
                <a:cxnLst/>
                <a:rect l="l" t="t" r="r" b="b"/>
                <a:pathLst>
                  <a:path w="14386" h="5577" extrusionOk="0">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3"/>
              <p:cNvSpPr/>
              <p:nvPr/>
            </p:nvSpPr>
            <p:spPr>
              <a:xfrm>
                <a:off x="2488325" y="4333425"/>
                <a:ext cx="1218700" cy="460650"/>
              </a:xfrm>
              <a:custGeom>
                <a:avLst/>
                <a:gdLst/>
                <a:ahLst/>
                <a:cxnLst/>
                <a:rect l="l" t="t" r="r" b="b"/>
                <a:pathLst>
                  <a:path w="48748" h="18426" extrusionOk="0">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3"/>
              <p:cNvSpPr/>
              <p:nvPr/>
            </p:nvSpPr>
            <p:spPr>
              <a:xfrm>
                <a:off x="2445950" y="4313625"/>
                <a:ext cx="1144650" cy="383400"/>
              </a:xfrm>
              <a:custGeom>
                <a:avLst/>
                <a:gdLst/>
                <a:ahLst/>
                <a:cxnLst/>
                <a:rect l="l" t="t" r="r" b="b"/>
                <a:pathLst>
                  <a:path w="45786" h="15336" extrusionOk="0">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3"/>
              <p:cNvSpPr/>
              <p:nvPr/>
            </p:nvSpPr>
            <p:spPr>
              <a:xfrm>
                <a:off x="2240775" y="4293825"/>
                <a:ext cx="1412000" cy="386175"/>
              </a:xfrm>
              <a:custGeom>
                <a:avLst/>
                <a:gdLst/>
                <a:ahLst/>
                <a:cxnLst/>
                <a:rect l="l" t="t" r="r" b="b"/>
                <a:pathLst>
                  <a:path w="56480" h="15447" extrusionOk="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3"/>
              <p:cNvSpPr/>
              <p:nvPr/>
            </p:nvSpPr>
            <p:spPr>
              <a:xfrm>
                <a:off x="2789325" y="4230050"/>
                <a:ext cx="532725" cy="192525"/>
              </a:xfrm>
              <a:custGeom>
                <a:avLst/>
                <a:gdLst/>
                <a:ahLst/>
                <a:cxnLst/>
                <a:rect l="l" t="t" r="r" b="b"/>
                <a:pathLst>
                  <a:path w="21309" h="7701" extrusionOk="0">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3"/>
              <p:cNvSpPr/>
              <p:nvPr/>
            </p:nvSpPr>
            <p:spPr>
              <a:xfrm>
                <a:off x="2367525" y="4264100"/>
                <a:ext cx="692350" cy="168375"/>
              </a:xfrm>
              <a:custGeom>
                <a:avLst/>
                <a:gdLst/>
                <a:ahLst/>
                <a:cxnLst/>
                <a:rect l="l" t="t" r="r" b="b"/>
                <a:pathLst>
                  <a:path w="27694" h="6735" extrusionOk="0">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3"/>
              <p:cNvSpPr/>
              <p:nvPr/>
            </p:nvSpPr>
            <p:spPr>
              <a:xfrm>
                <a:off x="3275700" y="4830100"/>
                <a:ext cx="46750" cy="46350"/>
              </a:xfrm>
              <a:custGeom>
                <a:avLst/>
                <a:gdLst/>
                <a:ahLst/>
                <a:cxnLst/>
                <a:rect l="l" t="t" r="r" b="b"/>
                <a:pathLst>
                  <a:path w="1870" h="1854" extrusionOk="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3"/>
              <p:cNvSpPr/>
              <p:nvPr/>
            </p:nvSpPr>
            <p:spPr>
              <a:xfrm>
                <a:off x="3835325" y="4745725"/>
                <a:ext cx="46375" cy="46750"/>
              </a:xfrm>
              <a:custGeom>
                <a:avLst/>
                <a:gdLst/>
                <a:ahLst/>
                <a:cxnLst/>
                <a:rect l="l" t="t" r="r" b="b"/>
                <a:pathLst>
                  <a:path w="1855" h="1870" extrusionOk="0">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3"/>
              <p:cNvSpPr/>
              <p:nvPr/>
            </p:nvSpPr>
            <p:spPr>
              <a:xfrm>
                <a:off x="2419400" y="4344900"/>
                <a:ext cx="46375" cy="46375"/>
              </a:xfrm>
              <a:custGeom>
                <a:avLst/>
                <a:gdLst/>
                <a:ahLst/>
                <a:cxnLst/>
                <a:rect l="l" t="t" r="r" b="b"/>
                <a:pathLst>
                  <a:path w="1855" h="1855" extrusionOk="0">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3"/>
              <p:cNvSpPr/>
              <p:nvPr/>
            </p:nvSpPr>
            <p:spPr>
              <a:xfrm>
                <a:off x="3038050" y="4404325"/>
                <a:ext cx="46775" cy="46350"/>
              </a:xfrm>
              <a:custGeom>
                <a:avLst/>
                <a:gdLst/>
                <a:ahLst/>
                <a:cxnLst/>
                <a:rect l="l" t="t" r="r" b="b"/>
                <a:pathLst>
                  <a:path w="1871" h="1854" extrusionOk="0">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3"/>
              <p:cNvSpPr/>
              <p:nvPr/>
            </p:nvSpPr>
            <p:spPr>
              <a:xfrm>
                <a:off x="2750925" y="4192425"/>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3"/>
              <p:cNvSpPr/>
              <p:nvPr/>
            </p:nvSpPr>
            <p:spPr>
              <a:xfrm>
                <a:off x="3374725" y="4592450"/>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3"/>
              <p:cNvSpPr/>
              <p:nvPr/>
            </p:nvSpPr>
            <p:spPr>
              <a:xfrm>
                <a:off x="3449175" y="4671675"/>
                <a:ext cx="46375" cy="46350"/>
              </a:xfrm>
              <a:custGeom>
                <a:avLst/>
                <a:gdLst/>
                <a:ahLst/>
                <a:cxnLst/>
                <a:rect l="l" t="t" r="r" b="b"/>
                <a:pathLst>
                  <a:path w="1855" h="1854" extrusionOk="0">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3"/>
              <p:cNvSpPr/>
              <p:nvPr/>
            </p:nvSpPr>
            <p:spPr>
              <a:xfrm>
                <a:off x="3704250" y="4733450"/>
                <a:ext cx="51500" cy="51500"/>
              </a:xfrm>
              <a:custGeom>
                <a:avLst/>
                <a:gdLst/>
                <a:ahLst/>
                <a:cxnLst/>
                <a:rect l="l" t="t" r="r" b="b"/>
                <a:pathLst>
                  <a:path w="2060" h="2060" extrusionOk="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3"/>
              <p:cNvSpPr/>
              <p:nvPr/>
            </p:nvSpPr>
            <p:spPr>
              <a:xfrm>
                <a:off x="3649575" y="4649075"/>
                <a:ext cx="51525" cy="51925"/>
              </a:xfrm>
              <a:custGeom>
                <a:avLst/>
                <a:gdLst/>
                <a:ahLst/>
                <a:cxnLst/>
                <a:rect l="l" t="t" r="r" b="b"/>
                <a:pathLst>
                  <a:path w="2061" h="2077" extrusionOk="0">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3"/>
              <p:cNvSpPr/>
              <p:nvPr/>
            </p:nvSpPr>
            <p:spPr>
              <a:xfrm>
                <a:off x="3575525" y="4688700"/>
                <a:ext cx="51500" cy="51900"/>
              </a:xfrm>
              <a:custGeom>
                <a:avLst/>
                <a:gdLst/>
                <a:ahLst/>
                <a:cxnLst/>
                <a:rect l="l" t="t" r="r" b="b"/>
                <a:pathLst>
                  <a:path w="2060" h="2076" extrusionOk="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3"/>
              <p:cNvSpPr/>
              <p:nvPr/>
            </p:nvSpPr>
            <p:spPr>
              <a:xfrm>
                <a:off x="3110150" y="4327475"/>
                <a:ext cx="51500" cy="51525"/>
              </a:xfrm>
              <a:custGeom>
                <a:avLst/>
                <a:gdLst/>
                <a:ahLst/>
                <a:cxnLst/>
                <a:rect l="l" t="t" r="r" b="b"/>
                <a:pathLst>
                  <a:path w="2060" h="2061" extrusionOk="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3"/>
              <p:cNvSpPr/>
              <p:nvPr/>
            </p:nvSpPr>
            <p:spPr>
              <a:xfrm>
                <a:off x="2191675" y="4270450"/>
                <a:ext cx="51500" cy="51500"/>
              </a:xfrm>
              <a:custGeom>
                <a:avLst/>
                <a:gdLst/>
                <a:ahLst/>
                <a:cxnLst/>
                <a:rect l="l" t="t" r="r" b="b"/>
                <a:pathLst>
                  <a:path w="2060" h="2060" extrusionOk="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3"/>
              <p:cNvSpPr/>
              <p:nvPr/>
            </p:nvSpPr>
            <p:spPr>
              <a:xfrm>
                <a:off x="2318400" y="4236000"/>
                <a:ext cx="51525" cy="51500"/>
              </a:xfrm>
              <a:custGeom>
                <a:avLst/>
                <a:gdLst/>
                <a:ahLst/>
                <a:cxnLst/>
                <a:rect l="l" t="t" r="r" b="b"/>
                <a:pathLst>
                  <a:path w="2061" h="2060" extrusionOk="0">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3"/>
              <p:cNvSpPr/>
              <p:nvPr/>
            </p:nvSpPr>
            <p:spPr>
              <a:xfrm>
                <a:off x="2383750" y="4433225"/>
                <a:ext cx="51525" cy="51925"/>
              </a:xfrm>
              <a:custGeom>
                <a:avLst/>
                <a:gdLst/>
                <a:ahLst/>
                <a:cxnLst/>
                <a:rect l="l" t="t" r="r" b="b"/>
                <a:pathLst>
                  <a:path w="2061" h="2077" extrusionOk="0">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65" name="Google Shape;665;p13"/>
            <p:cNvPicPr preferRelativeResize="0"/>
            <p:nvPr/>
          </p:nvPicPr>
          <p:blipFill>
            <a:blip r:embed="rId3">
              <a:alphaModFix amt="40000"/>
            </a:blip>
            <a:stretch>
              <a:fillRect/>
            </a:stretch>
          </p:blipFill>
          <p:spPr>
            <a:xfrm>
              <a:off x="379650" y="4192800"/>
              <a:ext cx="1177350" cy="1177350"/>
            </a:xfrm>
            <a:prstGeom prst="rect">
              <a:avLst/>
            </a:prstGeom>
            <a:noFill/>
            <a:ln>
              <a:noFill/>
            </a:ln>
          </p:spPr>
        </p:pic>
        <p:pic>
          <p:nvPicPr>
            <p:cNvPr id="666" name="Google Shape;666;p13"/>
            <p:cNvPicPr preferRelativeResize="0"/>
            <p:nvPr/>
          </p:nvPicPr>
          <p:blipFill>
            <a:blip r:embed="rId3">
              <a:alphaModFix amt="40000"/>
            </a:blip>
            <a:stretch>
              <a:fillRect/>
            </a:stretch>
          </p:blipFill>
          <p:spPr>
            <a:xfrm>
              <a:off x="-180275" y="3650100"/>
              <a:ext cx="1177350" cy="1177350"/>
            </a:xfrm>
            <a:prstGeom prst="rect">
              <a:avLst/>
            </a:prstGeom>
            <a:noFill/>
            <a:ln>
              <a:noFill/>
            </a:ln>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701"/>
        <p:cNvGrpSpPr/>
        <p:nvPr/>
      </p:nvGrpSpPr>
      <p:grpSpPr>
        <a:xfrm>
          <a:off x="0" y="0"/>
          <a:ext cx="0" cy="0"/>
          <a:chOff x="0" y="0"/>
          <a:chExt cx="0" cy="0"/>
        </a:xfrm>
      </p:grpSpPr>
      <p:pic>
        <p:nvPicPr>
          <p:cNvPr id="702" name="Google Shape;702;p15"/>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703" name="Google Shape;703;p15"/>
          <p:cNvSpPr txBox="1">
            <a:spLocks noGrp="1"/>
          </p:cNvSpPr>
          <p:nvPr>
            <p:ph type="subTitle" idx="1"/>
          </p:nvPr>
        </p:nvSpPr>
        <p:spPr>
          <a:xfrm>
            <a:off x="720000" y="1212525"/>
            <a:ext cx="7704000" cy="258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sp>
        <p:nvSpPr>
          <p:cNvPr id="704" name="Google Shape;704;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705" name="Google Shape;705;p15"/>
          <p:cNvGrpSpPr/>
          <p:nvPr/>
        </p:nvGrpSpPr>
        <p:grpSpPr>
          <a:xfrm>
            <a:off x="7564750" y="1350338"/>
            <a:ext cx="3035971" cy="2240336"/>
            <a:chOff x="7564750" y="1350338"/>
            <a:chExt cx="3035971" cy="2240336"/>
          </a:xfrm>
        </p:grpSpPr>
        <p:grpSp>
          <p:nvGrpSpPr>
            <p:cNvPr id="706" name="Google Shape;706;p15"/>
            <p:cNvGrpSpPr/>
            <p:nvPr/>
          </p:nvGrpSpPr>
          <p:grpSpPr>
            <a:xfrm>
              <a:off x="8010366" y="1833648"/>
              <a:ext cx="2590356" cy="1757025"/>
              <a:chOff x="2280775" y="570800"/>
              <a:chExt cx="1702725" cy="1154950"/>
            </a:xfrm>
          </p:grpSpPr>
          <p:sp>
            <p:nvSpPr>
              <p:cNvPr id="707" name="Google Shape;707;p15"/>
              <p:cNvSpPr/>
              <p:nvPr/>
            </p:nvSpPr>
            <p:spPr>
              <a:xfrm>
                <a:off x="2562775" y="1179175"/>
                <a:ext cx="1420725" cy="546575"/>
              </a:xfrm>
              <a:custGeom>
                <a:avLst/>
                <a:gdLst/>
                <a:ahLst/>
                <a:cxnLst/>
                <a:rect l="l" t="t" r="r" b="b"/>
                <a:pathLst>
                  <a:path w="56829" h="21863" extrusionOk="0">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5"/>
              <p:cNvSpPr/>
              <p:nvPr/>
            </p:nvSpPr>
            <p:spPr>
              <a:xfrm>
                <a:off x="2385350" y="1087275"/>
                <a:ext cx="1598150" cy="574325"/>
              </a:xfrm>
              <a:custGeom>
                <a:avLst/>
                <a:gdLst/>
                <a:ahLst/>
                <a:cxnLst/>
                <a:rect l="l" t="t" r="r" b="b"/>
                <a:pathLst>
                  <a:path w="63926" h="22973" extrusionOk="0">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5"/>
              <p:cNvSpPr/>
              <p:nvPr/>
            </p:nvSpPr>
            <p:spPr>
              <a:xfrm>
                <a:off x="2329900" y="1057575"/>
                <a:ext cx="1653600" cy="579075"/>
              </a:xfrm>
              <a:custGeom>
                <a:avLst/>
                <a:gdLst/>
                <a:ahLst/>
                <a:cxnLst/>
                <a:rect l="l" t="t" r="r" b="b"/>
                <a:pathLst>
                  <a:path w="66144" h="23163" extrusionOk="0">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5"/>
              <p:cNvSpPr/>
              <p:nvPr/>
            </p:nvSpPr>
            <p:spPr>
              <a:xfrm>
                <a:off x="2547725" y="1017975"/>
                <a:ext cx="1435775" cy="598875"/>
              </a:xfrm>
              <a:custGeom>
                <a:avLst/>
                <a:gdLst/>
                <a:ahLst/>
                <a:cxnLst/>
                <a:rect l="l" t="t" r="r" b="b"/>
                <a:pathLst>
                  <a:path w="57431" h="23955" extrusionOk="0">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5"/>
              <p:cNvSpPr/>
              <p:nvPr/>
            </p:nvSpPr>
            <p:spPr>
              <a:xfrm>
                <a:off x="2442775" y="978350"/>
                <a:ext cx="1540725" cy="613925"/>
              </a:xfrm>
              <a:custGeom>
                <a:avLst/>
                <a:gdLst/>
                <a:ahLst/>
                <a:cxnLst/>
                <a:rect l="l" t="t" r="r" b="b"/>
                <a:pathLst>
                  <a:path w="61629" h="24557" extrusionOk="0">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5"/>
              <p:cNvSpPr/>
              <p:nvPr/>
            </p:nvSpPr>
            <p:spPr>
              <a:xfrm>
                <a:off x="2676850" y="934800"/>
                <a:ext cx="1306650" cy="637675"/>
              </a:xfrm>
              <a:custGeom>
                <a:avLst/>
                <a:gdLst/>
                <a:ahLst/>
                <a:cxnLst/>
                <a:rect l="l" t="t" r="r" b="b"/>
                <a:pathLst>
                  <a:path w="52266" h="25507" extrusionOk="0">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5"/>
              <p:cNvSpPr/>
              <p:nvPr/>
            </p:nvSpPr>
            <p:spPr>
              <a:xfrm>
                <a:off x="2508525" y="824675"/>
                <a:ext cx="1474975" cy="722850"/>
              </a:xfrm>
              <a:custGeom>
                <a:avLst/>
                <a:gdLst/>
                <a:ahLst/>
                <a:cxnLst/>
                <a:rect l="l" t="t" r="r" b="b"/>
                <a:pathLst>
                  <a:path w="58999" h="28914" extrusionOk="0">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5"/>
              <p:cNvSpPr/>
              <p:nvPr/>
            </p:nvSpPr>
            <p:spPr>
              <a:xfrm>
                <a:off x="2413850" y="804875"/>
                <a:ext cx="1569650" cy="718100"/>
              </a:xfrm>
              <a:custGeom>
                <a:avLst/>
                <a:gdLst/>
                <a:ahLst/>
                <a:cxnLst/>
                <a:rect l="l" t="t" r="r" b="b"/>
                <a:pathLst>
                  <a:path w="62786" h="28724" extrusionOk="0">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5"/>
              <p:cNvSpPr/>
              <p:nvPr/>
            </p:nvSpPr>
            <p:spPr>
              <a:xfrm>
                <a:off x="2946975" y="1316600"/>
                <a:ext cx="1036525" cy="166775"/>
              </a:xfrm>
              <a:custGeom>
                <a:avLst/>
                <a:gdLst/>
                <a:ahLst/>
                <a:cxnLst/>
                <a:rect l="l" t="t" r="r" b="b"/>
                <a:pathLst>
                  <a:path w="41461" h="6671" extrusionOk="0">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5"/>
              <p:cNvSpPr/>
              <p:nvPr/>
            </p:nvSpPr>
            <p:spPr>
              <a:xfrm>
                <a:off x="2770325" y="666250"/>
                <a:ext cx="1213175" cy="752550"/>
              </a:xfrm>
              <a:custGeom>
                <a:avLst/>
                <a:gdLst/>
                <a:ahLst/>
                <a:cxnLst/>
                <a:rect l="l" t="t" r="r" b="b"/>
                <a:pathLst>
                  <a:path w="48527" h="30102" extrusionOk="0">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5"/>
              <p:cNvSpPr/>
              <p:nvPr/>
            </p:nvSpPr>
            <p:spPr>
              <a:xfrm>
                <a:off x="2864575" y="798150"/>
                <a:ext cx="1118925" cy="606000"/>
              </a:xfrm>
              <a:custGeom>
                <a:avLst/>
                <a:gdLst/>
                <a:ahLst/>
                <a:cxnLst/>
                <a:rect l="l" t="t" r="r" b="b"/>
                <a:pathLst>
                  <a:path w="44757" h="24240" extrusionOk="0">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5"/>
              <p:cNvSpPr/>
              <p:nvPr/>
            </p:nvSpPr>
            <p:spPr>
              <a:xfrm>
                <a:off x="2857050" y="695175"/>
                <a:ext cx="1126450" cy="684025"/>
              </a:xfrm>
              <a:custGeom>
                <a:avLst/>
                <a:gdLst/>
                <a:ahLst/>
                <a:cxnLst/>
                <a:rect l="l" t="t" r="r" b="b"/>
                <a:pathLst>
                  <a:path w="45058" h="27361" extrusionOk="0">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5"/>
              <p:cNvSpPr/>
              <p:nvPr/>
            </p:nvSpPr>
            <p:spPr>
              <a:xfrm>
                <a:off x="2567525" y="596950"/>
                <a:ext cx="1415975" cy="728000"/>
              </a:xfrm>
              <a:custGeom>
                <a:avLst/>
                <a:gdLst/>
                <a:ahLst/>
                <a:cxnLst/>
                <a:rect l="l" t="t" r="r" b="b"/>
                <a:pathLst>
                  <a:path w="56639" h="29120" extrusionOk="0">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5"/>
              <p:cNvSpPr/>
              <p:nvPr/>
            </p:nvSpPr>
            <p:spPr>
              <a:xfrm>
                <a:off x="2357225" y="1123325"/>
                <a:ext cx="46750" cy="46350"/>
              </a:xfrm>
              <a:custGeom>
                <a:avLst/>
                <a:gdLst/>
                <a:ahLst/>
                <a:cxnLst/>
                <a:rect l="l" t="t" r="r" b="b"/>
                <a:pathLst>
                  <a:path w="1870" h="1854" extrusionOk="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5"/>
              <p:cNvSpPr/>
              <p:nvPr/>
            </p:nvSpPr>
            <p:spPr>
              <a:xfrm>
                <a:off x="2748525" y="633375"/>
                <a:ext cx="46775" cy="46375"/>
              </a:xfrm>
              <a:custGeom>
                <a:avLst/>
                <a:gdLst/>
                <a:ahLst/>
                <a:cxnLst/>
                <a:rect l="l" t="t" r="r" b="b"/>
                <a:pathLst>
                  <a:path w="1871" h="1855" extrusionOk="0">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5"/>
              <p:cNvSpPr/>
              <p:nvPr/>
            </p:nvSpPr>
            <p:spPr>
              <a:xfrm>
                <a:off x="2842800" y="682900"/>
                <a:ext cx="46375" cy="46350"/>
              </a:xfrm>
              <a:custGeom>
                <a:avLst/>
                <a:gdLst/>
                <a:ahLst/>
                <a:cxnLst/>
                <a:rect l="l" t="t" r="r" b="b"/>
                <a:pathLst>
                  <a:path w="1855" h="1854" extrusionOk="0">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5"/>
              <p:cNvSpPr/>
              <p:nvPr/>
            </p:nvSpPr>
            <p:spPr>
              <a:xfrm>
                <a:off x="2530700" y="1148275"/>
                <a:ext cx="46375" cy="46350"/>
              </a:xfrm>
              <a:custGeom>
                <a:avLst/>
                <a:gdLst/>
                <a:ahLst/>
                <a:cxnLst/>
                <a:rect l="l" t="t" r="r" b="b"/>
                <a:pathLst>
                  <a:path w="1855" h="1854" extrusionOk="0">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5"/>
              <p:cNvSpPr/>
              <p:nvPr/>
            </p:nvSpPr>
            <p:spPr>
              <a:xfrm>
                <a:off x="2916875" y="1286900"/>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5"/>
              <p:cNvSpPr/>
              <p:nvPr/>
            </p:nvSpPr>
            <p:spPr>
              <a:xfrm>
                <a:off x="2280775" y="1031425"/>
                <a:ext cx="51525" cy="51525"/>
              </a:xfrm>
              <a:custGeom>
                <a:avLst/>
                <a:gdLst/>
                <a:ahLst/>
                <a:cxnLst/>
                <a:rect l="l" t="t" r="r" b="b"/>
                <a:pathLst>
                  <a:path w="2061" h="2061" extrusionOk="0">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5"/>
              <p:cNvSpPr/>
              <p:nvPr/>
            </p:nvSpPr>
            <p:spPr>
              <a:xfrm>
                <a:off x="2364750" y="842900"/>
                <a:ext cx="51525" cy="51925"/>
              </a:xfrm>
              <a:custGeom>
                <a:avLst/>
                <a:gdLst/>
                <a:ahLst/>
                <a:cxnLst/>
                <a:rect l="l" t="t" r="r" b="b"/>
                <a:pathLst>
                  <a:path w="2061" h="2077" extrusionOk="0">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5"/>
              <p:cNvSpPr/>
              <p:nvPr/>
            </p:nvSpPr>
            <p:spPr>
              <a:xfrm>
                <a:off x="2468925" y="9027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5"/>
              <p:cNvSpPr/>
              <p:nvPr/>
            </p:nvSpPr>
            <p:spPr>
              <a:xfrm>
                <a:off x="2637250" y="8928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5"/>
              <p:cNvSpPr/>
              <p:nvPr/>
            </p:nvSpPr>
            <p:spPr>
              <a:xfrm>
                <a:off x="2394450" y="952225"/>
                <a:ext cx="51525" cy="51500"/>
              </a:xfrm>
              <a:custGeom>
                <a:avLst/>
                <a:gdLst/>
                <a:ahLst/>
                <a:cxnLst/>
                <a:rect l="l" t="t" r="r" b="b"/>
                <a:pathLst>
                  <a:path w="2061" h="2060" extrusionOk="0">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5"/>
              <p:cNvSpPr/>
              <p:nvPr/>
            </p:nvSpPr>
            <p:spPr>
              <a:xfrm>
                <a:off x="2498625" y="991825"/>
                <a:ext cx="51500" cy="51500"/>
              </a:xfrm>
              <a:custGeom>
                <a:avLst/>
                <a:gdLst/>
                <a:ahLst/>
                <a:cxnLst/>
                <a:rect l="l" t="t" r="r" b="b"/>
                <a:pathLst>
                  <a:path w="2060" h="2060" extrusionOk="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5"/>
              <p:cNvSpPr/>
              <p:nvPr/>
            </p:nvSpPr>
            <p:spPr>
              <a:xfrm>
                <a:off x="2840025" y="749025"/>
                <a:ext cx="51525" cy="51525"/>
              </a:xfrm>
              <a:custGeom>
                <a:avLst/>
                <a:gdLst/>
                <a:ahLst/>
                <a:cxnLst/>
                <a:rect l="l" t="t" r="r" b="b"/>
                <a:pathLst>
                  <a:path w="2061" h="2061" extrusionOk="0">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5"/>
              <p:cNvSpPr/>
              <p:nvPr/>
            </p:nvSpPr>
            <p:spPr>
              <a:xfrm>
                <a:off x="2518425" y="570800"/>
                <a:ext cx="51500" cy="51525"/>
              </a:xfrm>
              <a:custGeom>
                <a:avLst/>
                <a:gdLst/>
                <a:ahLst/>
                <a:cxnLst/>
                <a:rect l="l" t="t" r="r" b="b"/>
                <a:pathLst>
                  <a:path w="2060" h="2061" extrusionOk="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33" name="Google Shape;733;p15"/>
            <p:cNvPicPr preferRelativeResize="0"/>
            <p:nvPr/>
          </p:nvPicPr>
          <p:blipFill>
            <a:blip r:embed="rId3">
              <a:alphaModFix amt="40000"/>
            </a:blip>
            <a:stretch>
              <a:fillRect/>
            </a:stretch>
          </p:blipFill>
          <p:spPr>
            <a:xfrm>
              <a:off x="7564750" y="2123488"/>
              <a:ext cx="1177350" cy="1177350"/>
            </a:xfrm>
            <a:prstGeom prst="rect">
              <a:avLst/>
            </a:prstGeom>
            <a:noFill/>
            <a:ln>
              <a:noFill/>
            </a:ln>
          </p:spPr>
        </p:pic>
        <p:pic>
          <p:nvPicPr>
            <p:cNvPr id="734" name="Google Shape;734;p15"/>
            <p:cNvPicPr preferRelativeResize="0"/>
            <p:nvPr/>
          </p:nvPicPr>
          <p:blipFill>
            <a:blip r:embed="rId3">
              <a:alphaModFix amt="40000"/>
            </a:blip>
            <a:stretch>
              <a:fillRect/>
            </a:stretch>
          </p:blipFill>
          <p:spPr>
            <a:xfrm>
              <a:off x="8218950" y="1350338"/>
              <a:ext cx="1177350" cy="1177350"/>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879"/>
        <p:cNvGrpSpPr/>
        <p:nvPr/>
      </p:nvGrpSpPr>
      <p:grpSpPr>
        <a:xfrm>
          <a:off x="0" y="0"/>
          <a:ext cx="0" cy="0"/>
          <a:chOff x="0" y="0"/>
          <a:chExt cx="0" cy="0"/>
        </a:xfrm>
      </p:grpSpPr>
      <p:pic>
        <p:nvPicPr>
          <p:cNvPr id="880" name="Google Shape;880;p19"/>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881" name="Google Shape;881;p19"/>
          <p:cNvSpPr txBox="1">
            <a:spLocks noGrp="1"/>
          </p:cNvSpPr>
          <p:nvPr>
            <p:ph type="subTitle" idx="1"/>
          </p:nvPr>
        </p:nvSpPr>
        <p:spPr>
          <a:xfrm>
            <a:off x="720000" y="1644675"/>
            <a:ext cx="2336400" cy="71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882" name="Google Shape;882;p19"/>
          <p:cNvSpPr txBox="1">
            <a:spLocks noGrp="1"/>
          </p:cNvSpPr>
          <p:nvPr>
            <p:ph type="subTitle" idx="2"/>
          </p:nvPr>
        </p:nvSpPr>
        <p:spPr>
          <a:xfrm>
            <a:off x="720000" y="2324084"/>
            <a:ext cx="2336400" cy="17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83" name="Google Shape;883;p19"/>
          <p:cNvSpPr txBox="1">
            <a:spLocks noGrp="1"/>
          </p:cNvSpPr>
          <p:nvPr>
            <p:ph type="subTitle" idx="3"/>
          </p:nvPr>
        </p:nvSpPr>
        <p:spPr>
          <a:xfrm>
            <a:off x="3403800" y="2324084"/>
            <a:ext cx="2336400" cy="17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84" name="Google Shape;884;p19"/>
          <p:cNvSpPr txBox="1">
            <a:spLocks noGrp="1"/>
          </p:cNvSpPr>
          <p:nvPr>
            <p:ph type="subTitle" idx="4"/>
          </p:nvPr>
        </p:nvSpPr>
        <p:spPr>
          <a:xfrm>
            <a:off x="6087600" y="2324084"/>
            <a:ext cx="2336400" cy="17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85" name="Google Shape;885;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86" name="Google Shape;886;p19"/>
          <p:cNvSpPr txBox="1">
            <a:spLocks noGrp="1"/>
          </p:cNvSpPr>
          <p:nvPr>
            <p:ph type="subTitle" idx="5"/>
          </p:nvPr>
        </p:nvSpPr>
        <p:spPr>
          <a:xfrm>
            <a:off x="3403800" y="1644675"/>
            <a:ext cx="2336400" cy="71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sp>
        <p:nvSpPr>
          <p:cNvPr id="887" name="Google Shape;887;p19"/>
          <p:cNvSpPr txBox="1">
            <a:spLocks noGrp="1"/>
          </p:cNvSpPr>
          <p:nvPr>
            <p:ph type="subTitle" idx="6"/>
          </p:nvPr>
        </p:nvSpPr>
        <p:spPr>
          <a:xfrm>
            <a:off x="6087600" y="1644675"/>
            <a:ext cx="2336400" cy="713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algn="ctr"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a:endParaRPr/>
          </a:p>
        </p:txBody>
      </p:sp>
      <p:grpSp>
        <p:nvGrpSpPr>
          <p:cNvPr id="888" name="Google Shape;888;p19"/>
          <p:cNvGrpSpPr/>
          <p:nvPr/>
        </p:nvGrpSpPr>
        <p:grpSpPr>
          <a:xfrm>
            <a:off x="-500554" y="3675900"/>
            <a:ext cx="2068704" cy="3229004"/>
            <a:chOff x="-500554" y="3675900"/>
            <a:chExt cx="2068704" cy="3229004"/>
          </a:xfrm>
        </p:grpSpPr>
        <p:grpSp>
          <p:nvGrpSpPr>
            <p:cNvPr id="889" name="Google Shape;889;p19"/>
            <p:cNvGrpSpPr/>
            <p:nvPr/>
          </p:nvGrpSpPr>
          <p:grpSpPr>
            <a:xfrm rot="-5400000">
              <a:off x="-1283301" y="4624525"/>
              <a:ext cx="3063126" cy="1497633"/>
              <a:chOff x="2191675" y="4192425"/>
              <a:chExt cx="1929650" cy="943450"/>
            </a:xfrm>
          </p:grpSpPr>
          <p:sp>
            <p:nvSpPr>
              <p:cNvPr id="890" name="Google Shape;890;p19"/>
              <p:cNvSpPr/>
              <p:nvPr/>
            </p:nvSpPr>
            <p:spPr>
              <a:xfrm>
                <a:off x="3010325" y="4489875"/>
                <a:ext cx="870175" cy="445600"/>
              </a:xfrm>
              <a:custGeom>
                <a:avLst/>
                <a:gdLst/>
                <a:ahLst/>
                <a:cxnLst/>
                <a:rect l="l" t="t" r="r" b="b"/>
                <a:pathLst>
                  <a:path w="34807" h="17824" extrusionOk="0">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9"/>
              <p:cNvSpPr/>
              <p:nvPr/>
            </p:nvSpPr>
            <p:spPr>
              <a:xfrm>
                <a:off x="2475650" y="4495025"/>
                <a:ext cx="359650" cy="139025"/>
              </a:xfrm>
              <a:custGeom>
                <a:avLst/>
                <a:gdLst/>
                <a:ahLst/>
                <a:cxnLst/>
                <a:rect l="l" t="t" r="r" b="b"/>
                <a:pathLst>
                  <a:path w="14386" h="5561" extrusionOk="0">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9"/>
              <p:cNvSpPr/>
              <p:nvPr/>
            </p:nvSpPr>
            <p:spPr>
              <a:xfrm>
                <a:off x="2605950" y="4534625"/>
                <a:ext cx="1219125" cy="460250"/>
              </a:xfrm>
              <a:custGeom>
                <a:avLst/>
                <a:gdLst/>
                <a:ahLst/>
                <a:cxnLst/>
                <a:rect l="l" t="t" r="r" b="b"/>
                <a:pathLst>
                  <a:path w="48765" h="18410" extrusionOk="0">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9"/>
              <p:cNvSpPr/>
              <p:nvPr/>
            </p:nvSpPr>
            <p:spPr>
              <a:xfrm>
                <a:off x="2722000" y="4631650"/>
                <a:ext cx="1145050" cy="383025"/>
              </a:xfrm>
              <a:custGeom>
                <a:avLst/>
                <a:gdLst/>
                <a:ahLst/>
                <a:cxnLst/>
                <a:rect l="l" t="t" r="r" b="b"/>
                <a:pathLst>
                  <a:path w="45802" h="15321" extrusionOk="0">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9"/>
              <p:cNvSpPr/>
              <p:nvPr/>
            </p:nvSpPr>
            <p:spPr>
              <a:xfrm>
                <a:off x="2660600" y="4648300"/>
                <a:ext cx="1412000" cy="386175"/>
              </a:xfrm>
              <a:custGeom>
                <a:avLst/>
                <a:gdLst/>
                <a:ahLst/>
                <a:cxnLst/>
                <a:rect l="l" t="t" r="r" b="b"/>
                <a:pathLst>
                  <a:path w="56480" h="15447" extrusionOk="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9"/>
              <p:cNvSpPr/>
              <p:nvPr/>
            </p:nvSpPr>
            <p:spPr>
              <a:xfrm>
                <a:off x="2990525" y="4905725"/>
                <a:ext cx="533525" cy="192525"/>
              </a:xfrm>
              <a:custGeom>
                <a:avLst/>
                <a:gdLst/>
                <a:ahLst/>
                <a:cxnLst/>
                <a:rect l="l" t="t" r="r" b="b"/>
                <a:pathLst>
                  <a:path w="21341" h="7701" extrusionOk="0">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9"/>
              <p:cNvSpPr/>
              <p:nvPr/>
            </p:nvSpPr>
            <p:spPr>
              <a:xfrm>
                <a:off x="3253125" y="4895825"/>
                <a:ext cx="692725" cy="168375"/>
              </a:xfrm>
              <a:custGeom>
                <a:avLst/>
                <a:gdLst/>
                <a:ahLst/>
                <a:cxnLst/>
                <a:rect l="l" t="t" r="r" b="b"/>
                <a:pathLst>
                  <a:path w="27709" h="6735" extrusionOk="0">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9"/>
              <p:cNvSpPr/>
              <p:nvPr/>
            </p:nvSpPr>
            <p:spPr>
              <a:xfrm>
                <a:off x="2990125" y="4451850"/>
                <a:ext cx="46375" cy="46350"/>
              </a:xfrm>
              <a:custGeom>
                <a:avLst/>
                <a:gdLst/>
                <a:ahLst/>
                <a:cxnLst/>
                <a:rect l="l" t="t" r="r" b="b"/>
                <a:pathLst>
                  <a:path w="1855" h="1854" extrusionOk="0">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9"/>
              <p:cNvSpPr/>
              <p:nvPr/>
            </p:nvSpPr>
            <p:spPr>
              <a:xfrm>
                <a:off x="2430900" y="4535825"/>
                <a:ext cx="46350" cy="46750"/>
              </a:xfrm>
              <a:custGeom>
                <a:avLst/>
                <a:gdLst/>
                <a:ahLst/>
                <a:cxnLst/>
                <a:rect l="l" t="t" r="r" b="b"/>
                <a:pathLst>
                  <a:path w="1854" h="1870" extrusionOk="0">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9"/>
              <p:cNvSpPr/>
              <p:nvPr/>
            </p:nvSpPr>
            <p:spPr>
              <a:xfrm>
                <a:off x="3846425" y="4937025"/>
                <a:ext cx="46750" cy="46375"/>
              </a:xfrm>
              <a:custGeom>
                <a:avLst/>
                <a:gdLst/>
                <a:ahLst/>
                <a:cxnLst/>
                <a:rect l="l" t="t" r="r" b="b"/>
                <a:pathLst>
                  <a:path w="1870" h="1855" extrusionOk="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9"/>
              <p:cNvSpPr/>
              <p:nvPr/>
            </p:nvSpPr>
            <p:spPr>
              <a:xfrm>
                <a:off x="3227775" y="4877625"/>
                <a:ext cx="46375" cy="46350"/>
              </a:xfrm>
              <a:custGeom>
                <a:avLst/>
                <a:gdLst/>
                <a:ahLst/>
                <a:cxnLst/>
                <a:rect l="l" t="t" r="r" b="b"/>
                <a:pathLst>
                  <a:path w="1855"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9"/>
              <p:cNvSpPr/>
              <p:nvPr/>
            </p:nvSpPr>
            <p:spPr>
              <a:xfrm>
                <a:off x="3514925" y="5089500"/>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9"/>
              <p:cNvSpPr/>
              <p:nvPr/>
            </p:nvSpPr>
            <p:spPr>
              <a:xfrm>
                <a:off x="2891125" y="4689475"/>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9"/>
              <p:cNvSpPr/>
              <p:nvPr/>
            </p:nvSpPr>
            <p:spPr>
              <a:xfrm>
                <a:off x="2816650" y="4610275"/>
                <a:ext cx="46775" cy="46350"/>
              </a:xfrm>
              <a:custGeom>
                <a:avLst/>
                <a:gdLst/>
                <a:ahLst/>
                <a:cxnLst/>
                <a:rect l="l" t="t" r="r" b="b"/>
                <a:pathLst>
                  <a:path w="1871" h="1854" extrusionOk="0">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9"/>
              <p:cNvSpPr/>
              <p:nvPr/>
            </p:nvSpPr>
            <p:spPr>
              <a:xfrm>
                <a:off x="2556850" y="4543350"/>
                <a:ext cx="51500" cy="51500"/>
              </a:xfrm>
              <a:custGeom>
                <a:avLst/>
                <a:gdLst/>
                <a:ahLst/>
                <a:cxnLst/>
                <a:rect l="l" t="t" r="r" b="b"/>
                <a:pathLst>
                  <a:path w="2060" h="2060" extrusionOk="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9"/>
              <p:cNvSpPr/>
              <p:nvPr/>
            </p:nvSpPr>
            <p:spPr>
              <a:xfrm>
                <a:off x="2611500" y="4627700"/>
                <a:ext cx="51500" cy="51525"/>
              </a:xfrm>
              <a:custGeom>
                <a:avLst/>
                <a:gdLst/>
                <a:ahLst/>
                <a:cxnLst/>
                <a:rect l="l" t="t" r="r" b="b"/>
                <a:pathLst>
                  <a:path w="2060" h="2061" extrusionOk="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9"/>
              <p:cNvSpPr/>
              <p:nvPr/>
            </p:nvSpPr>
            <p:spPr>
              <a:xfrm>
                <a:off x="2685550" y="4588100"/>
                <a:ext cx="51525" cy="51500"/>
              </a:xfrm>
              <a:custGeom>
                <a:avLst/>
                <a:gdLst/>
                <a:ahLst/>
                <a:cxnLst/>
                <a:rect l="l" t="t" r="r" b="b"/>
                <a:pathLst>
                  <a:path w="2061" h="2060" extrusionOk="0">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9"/>
              <p:cNvSpPr/>
              <p:nvPr/>
            </p:nvSpPr>
            <p:spPr>
              <a:xfrm>
                <a:off x="3150925" y="4949300"/>
                <a:ext cx="51525" cy="51525"/>
              </a:xfrm>
              <a:custGeom>
                <a:avLst/>
                <a:gdLst/>
                <a:ahLst/>
                <a:cxnLst/>
                <a:rect l="l" t="t" r="r" b="b"/>
                <a:pathLst>
                  <a:path w="2061" h="2061" extrusionOk="0">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9"/>
              <p:cNvSpPr/>
              <p:nvPr/>
            </p:nvSpPr>
            <p:spPr>
              <a:xfrm>
                <a:off x="4069800" y="5006350"/>
                <a:ext cx="51525" cy="51500"/>
              </a:xfrm>
              <a:custGeom>
                <a:avLst/>
                <a:gdLst/>
                <a:ahLst/>
                <a:cxnLst/>
                <a:rect l="l" t="t" r="r" b="b"/>
                <a:pathLst>
                  <a:path w="2061" h="2060" extrusionOk="0">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9"/>
              <p:cNvSpPr/>
              <p:nvPr/>
            </p:nvSpPr>
            <p:spPr>
              <a:xfrm>
                <a:off x="3942675" y="5040800"/>
                <a:ext cx="51500" cy="51500"/>
              </a:xfrm>
              <a:custGeom>
                <a:avLst/>
                <a:gdLst/>
                <a:ahLst/>
                <a:cxnLst/>
                <a:rect l="l" t="t" r="r" b="b"/>
                <a:pathLst>
                  <a:path w="2060" h="2060" extrusionOk="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9"/>
              <p:cNvSpPr/>
              <p:nvPr/>
            </p:nvSpPr>
            <p:spPr>
              <a:xfrm>
                <a:off x="3877325" y="4843550"/>
                <a:ext cx="51500" cy="51525"/>
              </a:xfrm>
              <a:custGeom>
                <a:avLst/>
                <a:gdLst/>
                <a:ahLst/>
                <a:cxnLst/>
                <a:rect l="l" t="t" r="r" b="b"/>
                <a:pathLst>
                  <a:path w="2060" h="2061" extrusionOk="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9"/>
              <p:cNvSpPr/>
              <p:nvPr/>
            </p:nvSpPr>
            <p:spPr>
              <a:xfrm>
                <a:off x="2432875" y="4392825"/>
                <a:ext cx="869775" cy="445600"/>
              </a:xfrm>
              <a:custGeom>
                <a:avLst/>
                <a:gdLst/>
                <a:ahLst/>
                <a:cxnLst/>
                <a:rect l="l" t="t" r="r" b="b"/>
                <a:pathLst>
                  <a:path w="34791" h="17824" extrusionOk="0">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9"/>
              <p:cNvSpPr/>
              <p:nvPr/>
            </p:nvSpPr>
            <p:spPr>
              <a:xfrm>
                <a:off x="3477700" y="4694250"/>
                <a:ext cx="359650" cy="139425"/>
              </a:xfrm>
              <a:custGeom>
                <a:avLst/>
                <a:gdLst/>
                <a:ahLst/>
                <a:cxnLst/>
                <a:rect l="l" t="t" r="r" b="b"/>
                <a:pathLst>
                  <a:path w="14386" h="5577" extrusionOk="0">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9"/>
              <p:cNvSpPr/>
              <p:nvPr/>
            </p:nvSpPr>
            <p:spPr>
              <a:xfrm>
                <a:off x="2488325" y="4333425"/>
                <a:ext cx="1218700" cy="460650"/>
              </a:xfrm>
              <a:custGeom>
                <a:avLst/>
                <a:gdLst/>
                <a:ahLst/>
                <a:cxnLst/>
                <a:rect l="l" t="t" r="r" b="b"/>
                <a:pathLst>
                  <a:path w="48748" h="18426" extrusionOk="0">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9"/>
              <p:cNvSpPr/>
              <p:nvPr/>
            </p:nvSpPr>
            <p:spPr>
              <a:xfrm>
                <a:off x="2445950" y="4313625"/>
                <a:ext cx="1144650" cy="383400"/>
              </a:xfrm>
              <a:custGeom>
                <a:avLst/>
                <a:gdLst/>
                <a:ahLst/>
                <a:cxnLst/>
                <a:rect l="l" t="t" r="r" b="b"/>
                <a:pathLst>
                  <a:path w="45786" h="15336" extrusionOk="0">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9"/>
              <p:cNvSpPr/>
              <p:nvPr/>
            </p:nvSpPr>
            <p:spPr>
              <a:xfrm>
                <a:off x="2240775" y="4293825"/>
                <a:ext cx="1412000" cy="386175"/>
              </a:xfrm>
              <a:custGeom>
                <a:avLst/>
                <a:gdLst/>
                <a:ahLst/>
                <a:cxnLst/>
                <a:rect l="l" t="t" r="r" b="b"/>
                <a:pathLst>
                  <a:path w="56480" h="15447" extrusionOk="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9"/>
              <p:cNvSpPr/>
              <p:nvPr/>
            </p:nvSpPr>
            <p:spPr>
              <a:xfrm>
                <a:off x="2789325" y="4230050"/>
                <a:ext cx="532725" cy="192525"/>
              </a:xfrm>
              <a:custGeom>
                <a:avLst/>
                <a:gdLst/>
                <a:ahLst/>
                <a:cxnLst/>
                <a:rect l="l" t="t" r="r" b="b"/>
                <a:pathLst>
                  <a:path w="21309" h="7701" extrusionOk="0">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9"/>
              <p:cNvSpPr/>
              <p:nvPr/>
            </p:nvSpPr>
            <p:spPr>
              <a:xfrm>
                <a:off x="2367525" y="4264100"/>
                <a:ext cx="692350" cy="168375"/>
              </a:xfrm>
              <a:custGeom>
                <a:avLst/>
                <a:gdLst/>
                <a:ahLst/>
                <a:cxnLst/>
                <a:rect l="l" t="t" r="r" b="b"/>
                <a:pathLst>
                  <a:path w="27694" h="6735" extrusionOk="0">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9"/>
              <p:cNvSpPr/>
              <p:nvPr/>
            </p:nvSpPr>
            <p:spPr>
              <a:xfrm>
                <a:off x="3275700" y="4830100"/>
                <a:ext cx="46750" cy="46350"/>
              </a:xfrm>
              <a:custGeom>
                <a:avLst/>
                <a:gdLst/>
                <a:ahLst/>
                <a:cxnLst/>
                <a:rect l="l" t="t" r="r" b="b"/>
                <a:pathLst>
                  <a:path w="1870" h="1854" extrusionOk="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9"/>
              <p:cNvSpPr/>
              <p:nvPr/>
            </p:nvSpPr>
            <p:spPr>
              <a:xfrm>
                <a:off x="3835325" y="4745725"/>
                <a:ext cx="46375" cy="46750"/>
              </a:xfrm>
              <a:custGeom>
                <a:avLst/>
                <a:gdLst/>
                <a:ahLst/>
                <a:cxnLst/>
                <a:rect l="l" t="t" r="r" b="b"/>
                <a:pathLst>
                  <a:path w="1855" h="1870" extrusionOk="0">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9"/>
              <p:cNvSpPr/>
              <p:nvPr/>
            </p:nvSpPr>
            <p:spPr>
              <a:xfrm>
                <a:off x="2419400" y="4344900"/>
                <a:ext cx="46375" cy="46375"/>
              </a:xfrm>
              <a:custGeom>
                <a:avLst/>
                <a:gdLst/>
                <a:ahLst/>
                <a:cxnLst/>
                <a:rect l="l" t="t" r="r" b="b"/>
                <a:pathLst>
                  <a:path w="1855" h="1855" extrusionOk="0">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9"/>
              <p:cNvSpPr/>
              <p:nvPr/>
            </p:nvSpPr>
            <p:spPr>
              <a:xfrm>
                <a:off x="3038050" y="4404325"/>
                <a:ext cx="46775" cy="46350"/>
              </a:xfrm>
              <a:custGeom>
                <a:avLst/>
                <a:gdLst/>
                <a:ahLst/>
                <a:cxnLst/>
                <a:rect l="l" t="t" r="r" b="b"/>
                <a:pathLst>
                  <a:path w="1871" h="1854" extrusionOk="0">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9"/>
              <p:cNvSpPr/>
              <p:nvPr/>
            </p:nvSpPr>
            <p:spPr>
              <a:xfrm>
                <a:off x="2750925" y="4192425"/>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3374725" y="4592450"/>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3449175" y="4671675"/>
                <a:ext cx="46375" cy="46350"/>
              </a:xfrm>
              <a:custGeom>
                <a:avLst/>
                <a:gdLst/>
                <a:ahLst/>
                <a:cxnLst/>
                <a:rect l="l" t="t" r="r" b="b"/>
                <a:pathLst>
                  <a:path w="1855" h="1854" extrusionOk="0">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9"/>
              <p:cNvSpPr/>
              <p:nvPr/>
            </p:nvSpPr>
            <p:spPr>
              <a:xfrm>
                <a:off x="3704250" y="4733450"/>
                <a:ext cx="51500" cy="51500"/>
              </a:xfrm>
              <a:custGeom>
                <a:avLst/>
                <a:gdLst/>
                <a:ahLst/>
                <a:cxnLst/>
                <a:rect l="l" t="t" r="r" b="b"/>
                <a:pathLst>
                  <a:path w="2060" h="2060" extrusionOk="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19"/>
              <p:cNvSpPr/>
              <p:nvPr/>
            </p:nvSpPr>
            <p:spPr>
              <a:xfrm>
                <a:off x="3649575" y="4649075"/>
                <a:ext cx="51525" cy="51925"/>
              </a:xfrm>
              <a:custGeom>
                <a:avLst/>
                <a:gdLst/>
                <a:ahLst/>
                <a:cxnLst/>
                <a:rect l="l" t="t" r="r" b="b"/>
                <a:pathLst>
                  <a:path w="2061" h="2077" extrusionOk="0">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19"/>
              <p:cNvSpPr/>
              <p:nvPr/>
            </p:nvSpPr>
            <p:spPr>
              <a:xfrm>
                <a:off x="3575525" y="4688700"/>
                <a:ext cx="51500" cy="51900"/>
              </a:xfrm>
              <a:custGeom>
                <a:avLst/>
                <a:gdLst/>
                <a:ahLst/>
                <a:cxnLst/>
                <a:rect l="l" t="t" r="r" b="b"/>
                <a:pathLst>
                  <a:path w="2060" h="2076" extrusionOk="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3110150" y="4327475"/>
                <a:ext cx="51500" cy="51525"/>
              </a:xfrm>
              <a:custGeom>
                <a:avLst/>
                <a:gdLst/>
                <a:ahLst/>
                <a:cxnLst/>
                <a:rect l="l" t="t" r="r" b="b"/>
                <a:pathLst>
                  <a:path w="2060" h="2061" extrusionOk="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2191675" y="4270450"/>
                <a:ext cx="51500" cy="51500"/>
              </a:xfrm>
              <a:custGeom>
                <a:avLst/>
                <a:gdLst/>
                <a:ahLst/>
                <a:cxnLst/>
                <a:rect l="l" t="t" r="r" b="b"/>
                <a:pathLst>
                  <a:path w="2060" h="2060" extrusionOk="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2318400" y="4236000"/>
                <a:ext cx="51525" cy="51500"/>
              </a:xfrm>
              <a:custGeom>
                <a:avLst/>
                <a:gdLst/>
                <a:ahLst/>
                <a:cxnLst/>
                <a:rect l="l" t="t" r="r" b="b"/>
                <a:pathLst>
                  <a:path w="2061" h="2060" extrusionOk="0">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9"/>
              <p:cNvSpPr/>
              <p:nvPr/>
            </p:nvSpPr>
            <p:spPr>
              <a:xfrm>
                <a:off x="2383750" y="4433225"/>
                <a:ext cx="51525" cy="51925"/>
              </a:xfrm>
              <a:custGeom>
                <a:avLst/>
                <a:gdLst/>
                <a:ahLst/>
                <a:cxnLst/>
                <a:rect l="l" t="t" r="r" b="b"/>
                <a:pathLst>
                  <a:path w="2061" h="2077" extrusionOk="0">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32" name="Google Shape;932;p19"/>
            <p:cNvPicPr preferRelativeResize="0"/>
            <p:nvPr/>
          </p:nvPicPr>
          <p:blipFill>
            <a:blip r:embed="rId3">
              <a:alphaModFix amt="40000"/>
            </a:blip>
            <a:stretch>
              <a:fillRect/>
            </a:stretch>
          </p:blipFill>
          <p:spPr>
            <a:xfrm>
              <a:off x="390800" y="4166550"/>
              <a:ext cx="1177350" cy="1177350"/>
            </a:xfrm>
            <a:prstGeom prst="rect">
              <a:avLst/>
            </a:prstGeom>
            <a:noFill/>
            <a:ln>
              <a:noFill/>
            </a:ln>
          </p:spPr>
        </p:pic>
        <p:pic>
          <p:nvPicPr>
            <p:cNvPr id="933" name="Google Shape;933;p19"/>
            <p:cNvPicPr preferRelativeResize="0"/>
            <p:nvPr/>
          </p:nvPicPr>
          <p:blipFill>
            <a:blip r:embed="rId3">
              <a:alphaModFix amt="40000"/>
            </a:blip>
            <a:stretch>
              <a:fillRect/>
            </a:stretch>
          </p:blipFill>
          <p:spPr>
            <a:xfrm>
              <a:off x="-180275" y="3675900"/>
              <a:ext cx="1177350" cy="1177350"/>
            </a:xfrm>
            <a:prstGeom prst="rect">
              <a:avLst/>
            </a:prstGeom>
            <a:noFill/>
            <a:ln>
              <a:noFill/>
            </a:ln>
          </p:spPr>
        </p:pic>
      </p:grpSp>
      <p:grpSp>
        <p:nvGrpSpPr>
          <p:cNvPr id="934" name="Google Shape;934;p19"/>
          <p:cNvGrpSpPr/>
          <p:nvPr/>
        </p:nvGrpSpPr>
        <p:grpSpPr>
          <a:xfrm>
            <a:off x="7605625" y="-1910625"/>
            <a:ext cx="2140417" cy="3377600"/>
            <a:chOff x="7605625" y="-1910625"/>
            <a:chExt cx="2140417" cy="3377600"/>
          </a:xfrm>
        </p:grpSpPr>
        <p:grpSp>
          <p:nvGrpSpPr>
            <p:cNvPr id="935" name="Google Shape;935;p19"/>
            <p:cNvGrpSpPr/>
            <p:nvPr/>
          </p:nvGrpSpPr>
          <p:grpSpPr>
            <a:xfrm rot="-5400000">
              <a:off x="7339390" y="-1084534"/>
              <a:ext cx="3232743" cy="1580562"/>
              <a:chOff x="2191675" y="4192425"/>
              <a:chExt cx="1929650" cy="943450"/>
            </a:xfrm>
          </p:grpSpPr>
          <p:sp>
            <p:nvSpPr>
              <p:cNvPr id="936" name="Google Shape;936;p19"/>
              <p:cNvSpPr/>
              <p:nvPr/>
            </p:nvSpPr>
            <p:spPr>
              <a:xfrm>
                <a:off x="3010325" y="4489875"/>
                <a:ext cx="870175" cy="445600"/>
              </a:xfrm>
              <a:custGeom>
                <a:avLst/>
                <a:gdLst/>
                <a:ahLst/>
                <a:cxnLst/>
                <a:rect l="l" t="t" r="r" b="b"/>
                <a:pathLst>
                  <a:path w="34807" h="17824" extrusionOk="0">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9"/>
              <p:cNvSpPr/>
              <p:nvPr/>
            </p:nvSpPr>
            <p:spPr>
              <a:xfrm>
                <a:off x="2475650" y="4495025"/>
                <a:ext cx="359650" cy="139025"/>
              </a:xfrm>
              <a:custGeom>
                <a:avLst/>
                <a:gdLst/>
                <a:ahLst/>
                <a:cxnLst/>
                <a:rect l="l" t="t" r="r" b="b"/>
                <a:pathLst>
                  <a:path w="14386" h="5561" extrusionOk="0">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a:off x="2605950" y="4534625"/>
                <a:ext cx="1219125" cy="460250"/>
              </a:xfrm>
              <a:custGeom>
                <a:avLst/>
                <a:gdLst/>
                <a:ahLst/>
                <a:cxnLst/>
                <a:rect l="l" t="t" r="r" b="b"/>
                <a:pathLst>
                  <a:path w="48765" h="18410" extrusionOk="0">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a:off x="2722000" y="4631650"/>
                <a:ext cx="1145050" cy="383025"/>
              </a:xfrm>
              <a:custGeom>
                <a:avLst/>
                <a:gdLst/>
                <a:ahLst/>
                <a:cxnLst/>
                <a:rect l="l" t="t" r="r" b="b"/>
                <a:pathLst>
                  <a:path w="45802" h="15321" extrusionOk="0">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a:off x="2660600" y="4648300"/>
                <a:ext cx="1412000" cy="386175"/>
              </a:xfrm>
              <a:custGeom>
                <a:avLst/>
                <a:gdLst/>
                <a:ahLst/>
                <a:cxnLst/>
                <a:rect l="l" t="t" r="r" b="b"/>
                <a:pathLst>
                  <a:path w="56480" h="15447" extrusionOk="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a:off x="2990525" y="4905725"/>
                <a:ext cx="533525" cy="192525"/>
              </a:xfrm>
              <a:custGeom>
                <a:avLst/>
                <a:gdLst/>
                <a:ahLst/>
                <a:cxnLst/>
                <a:rect l="l" t="t" r="r" b="b"/>
                <a:pathLst>
                  <a:path w="21341" h="7701" extrusionOk="0">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a:off x="3253125" y="4895825"/>
                <a:ext cx="692725" cy="168375"/>
              </a:xfrm>
              <a:custGeom>
                <a:avLst/>
                <a:gdLst/>
                <a:ahLst/>
                <a:cxnLst/>
                <a:rect l="l" t="t" r="r" b="b"/>
                <a:pathLst>
                  <a:path w="27709" h="6735" extrusionOk="0">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9"/>
              <p:cNvSpPr/>
              <p:nvPr/>
            </p:nvSpPr>
            <p:spPr>
              <a:xfrm>
                <a:off x="2990125" y="4451850"/>
                <a:ext cx="46375" cy="46350"/>
              </a:xfrm>
              <a:custGeom>
                <a:avLst/>
                <a:gdLst/>
                <a:ahLst/>
                <a:cxnLst/>
                <a:rect l="l" t="t" r="r" b="b"/>
                <a:pathLst>
                  <a:path w="1855" h="1854" extrusionOk="0">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9"/>
              <p:cNvSpPr/>
              <p:nvPr/>
            </p:nvSpPr>
            <p:spPr>
              <a:xfrm>
                <a:off x="2430900" y="4535825"/>
                <a:ext cx="46350" cy="46750"/>
              </a:xfrm>
              <a:custGeom>
                <a:avLst/>
                <a:gdLst/>
                <a:ahLst/>
                <a:cxnLst/>
                <a:rect l="l" t="t" r="r" b="b"/>
                <a:pathLst>
                  <a:path w="1854" h="1870" extrusionOk="0">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3846425" y="4937025"/>
                <a:ext cx="46750" cy="46375"/>
              </a:xfrm>
              <a:custGeom>
                <a:avLst/>
                <a:gdLst/>
                <a:ahLst/>
                <a:cxnLst/>
                <a:rect l="l" t="t" r="r" b="b"/>
                <a:pathLst>
                  <a:path w="1870" h="1855" extrusionOk="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3227775" y="4877625"/>
                <a:ext cx="46375" cy="46350"/>
              </a:xfrm>
              <a:custGeom>
                <a:avLst/>
                <a:gdLst/>
                <a:ahLst/>
                <a:cxnLst/>
                <a:rect l="l" t="t" r="r" b="b"/>
                <a:pathLst>
                  <a:path w="1855"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9"/>
              <p:cNvSpPr/>
              <p:nvPr/>
            </p:nvSpPr>
            <p:spPr>
              <a:xfrm>
                <a:off x="3514925" y="5089500"/>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9"/>
              <p:cNvSpPr/>
              <p:nvPr/>
            </p:nvSpPr>
            <p:spPr>
              <a:xfrm>
                <a:off x="2891125" y="4689475"/>
                <a:ext cx="46350" cy="46375"/>
              </a:xfrm>
              <a:custGeom>
                <a:avLst/>
                <a:gdLst/>
                <a:ahLst/>
                <a:cxnLst/>
                <a:rect l="l" t="t" r="r" b="b"/>
                <a:pathLst>
                  <a:path w="1854" h="1855" extrusionOk="0">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9"/>
              <p:cNvSpPr/>
              <p:nvPr/>
            </p:nvSpPr>
            <p:spPr>
              <a:xfrm>
                <a:off x="2816650" y="4610275"/>
                <a:ext cx="46775" cy="46350"/>
              </a:xfrm>
              <a:custGeom>
                <a:avLst/>
                <a:gdLst/>
                <a:ahLst/>
                <a:cxnLst/>
                <a:rect l="l" t="t" r="r" b="b"/>
                <a:pathLst>
                  <a:path w="1871" h="1854" extrusionOk="0">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9"/>
              <p:cNvSpPr/>
              <p:nvPr/>
            </p:nvSpPr>
            <p:spPr>
              <a:xfrm>
                <a:off x="2556850" y="4543350"/>
                <a:ext cx="51500" cy="51500"/>
              </a:xfrm>
              <a:custGeom>
                <a:avLst/>
                <a:gdLst/>
                <a:ahLst/>
                <a:cxnLst/>
                <a:rect l="l" t="t" r="r" b="b"/>
                <a:pathLst>
                  <a:path w="2060" h="2060" extrusionOk="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9"/>
              <p:cNvSpPr/>
              <p:nvPr/>
            </p:nvSpPr>
            <p:spPr>
              <a:xfrm>
                <a:off x="2611500" y="4627700"/>
                <a:ext cx="51500" cy="51525"/>
              </a:xfrm>
              <a:custGeom>
                <a:avLst/>
                <a:gdLst/>
                <a:ahLst/>
                <a:cxnLst/>
                <a:rect l="l" t="t" r="r" b="b"/>
                <a:pathLst>
                  <a:path w="2060" h="2061" extrusionOk="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2685550" y="4588100"/>
                <a:ext cx="51525" cy="51500"/>
              </a:xfrm>
              <a:custGeom>
                <a:avLst/>
                <a:gdLst/>
                <a:ahLst/>
                <a:cxnLst/>
                <a:rect l="l" t="t" r="r" b="b"/>
                <a:pathLst>
                  <a:path w="2061" h="2060" extrusionOk="0">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3150925" y="4949300"/>
                <a:ext cx="51525" cy="51525"/>
              </a:xfrm>
              <a:custGeom>
                <a:avLst/>
                <a:gdLst/>
                <a:ahLst/>
                <a:cxnLst/>
                <a:rect l="l" t="t" r="r" b="b"/>
                <a:pathLst>
                  <a:path w="2061" h="2061" extrusionOk="0">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4069800" y="5006350"/>
                <a:ext cx="51525" cy="51500"/>
              </a:xfrm>
              <a:custGeom>
                <a:avLst/>
                <a:gdLst/>
                <a:ahLst/>
                <a:cxnLst/>
                <a:rect l="l" t="t" r="r" b="b"/>
                <a:pathLst>
                  <a:path w="2061" h="2060" extrusionOk="0">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3942675" y="5040800"/>
                <a:ext cx="51500" cy="51500"/>
              </a:xfrm>
              <a:custGeom>
                <a:avLst/>
                <a:gdLst/>
                <a:ahLst/>
                <a:cxnLst/>
                <a:rect l="l" t="t" r="r" b="b"/>
                <a:pathLst>
                  <a:path w="2060" h="2060" extrusionOk="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3877325" y="4843550"/>
                <a:ext cx="51500" cy="51525"/>
              </a:xfrm>
              <a:custGeom>
                <a:avLst/>
                <a:gdLst/>
                <a:ahLst/>
                <a:cxnLst/>
                <a:rect l="l" t="t" r="r" b="b"/>
                <a:pathLst>
                  <a:path w="2060" h="2061" extrusionOk="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9"/>
              <p:cNvSpPr/>
              <p:nvPr/>
            </p:nvSpPr>
            <p:spPr>
              <a:xfrm>
                <a:off x="2432875" y="4392825"/>
                <a:ext cx="869775" cy="445600"/>
              </a:xfrm>
              <a:custGeom>
                <a:avLst/>
                <a:gdLst/>
                <a:ahLst/>
                <a:cxnLst/>
                <a:rect l="l" t="t" r="r" b="b"/>
                <a:pathLst>
                  <a:path w="34791" h="17824" extrusionOk="0">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9"/>
              <p:cNvSpPr/>
              <p:nvPr/>
            </p:nvSpPr>
            <p:spPr>
              <a:xfrm>
                <a:off x="3477700" y="4694250"/>
                <a:ext cx="359650" cy="139425"/>
              </a:xfrm>
              <a:custGeom>
                <a:avLst/>
                <a:gdLst/>
                <a:ahLst/>
                <a:cxnLst/>
                <a:rect l="l" t="t" r="r" b="b"/>
                <a:pathLst>
                  <a:path w="14386" h="5577" extrusionOk="0">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2488325" y="4333425"/>
                <a:ext cx="1218700" cy="460650"/>
              </a:xfrm>
              <a:custGeom>
                <a:avLst/>
                <a:gdLst/>
                <a:ahLst/>
                <a:cxnLst/>
                <a:rect l="l" t="t" r="r" b="b"/>
                <a:pathLst>
                  <a:path w="48748" h="18426" extrusionOk="0">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2445950" y="4313625"/>
                <a:ext cx="1144650" cy="383400"/>
              </a:xfrm>
              <a:custGeom>
                <a:avLst/>
                <a:gdLst/>
                <a:ahLst/>
                <a:cxnLst/>
                <a:rect l="l" t="t" r="r" b="b"/>
                <a:pathLst>
                  <a:path w="45786" h="15336" extrusionOk="0">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2240775" y="4293825"/>
                <a:ext cx="1412000" cy="386175"/>
              </a:xfrm>
              <a:custGeom>
                <a:avLst/>
                <a:gdLst/>
                <a:ahLst/>
                <a:cxnLst/>
                <a:rect l="l" t="t" r="r" b="b"/>
                <a:pathLst>
                  <a:path w="56480" h="15447" extrusionOk="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9"/>
              <p:cNvSpPr/>
              <p:nvPr/>
            </p:nvSpPr>
            <p:spPr>
              <a:xfrm>
                <a:off x="2789325" y="4230050"/>
                <a:ext cx="532725" cy="192525"/>
              </a:xfrm>
              <a:custGeom>
                <a:avLst/>
                <a:gdLst/>
                <a:ahLst/>
                <a:cxnLst/>
                <a:rect l="l" t="t" r="r" b="b"/>
                <a:pathLst>
                  <a:path w="21309" h="7701" extrusionOk="0">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9"/>
              <p:cNvSpPr/>
              <p:nvPr/>
            </p:nvSpPr>
            <p:spPr>
              <a:xfrm>
                <a:off x="2367525" y="4264100"/>
                <a:ext cx="692350" cy="168375"/>
              </a:xfrm>
              <a:custGeom>
                <a:avLst/>
                <a:gdLst/>
                <a:ahLst/>
                <a:cxnLst/>
                <a:rect l="l" t="t" r="r" b="b"/>
                <a:pathLst>
                  <a:path w="27694" h="6735" extrusionOk="0">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3275700" y="4830100"/>
                <a:ext cx="46750" cy="46350"/>
              </a:xfrm>
              <a:custGeom>
                <a:avLst/>
                <a:gdLst/>
                <a:ahLst/>
                <a:cxnLst/>
                <a:rect l="l" t="t" r="r" b="b"/>
                <a:pathLst>
                  <a:path w="1870" h="1854" extrusionOk="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3835325" y="4745725"/>
                <a:ext cx="46375" cy="46750"/>
              </a:xfrm>
              <a:custGeom>
                <a:avLst/>
                <a:gdLst/>
                <a:ahLst/>
                <a:cxnLst/>
                <a:rect l="l" t="t" r="r" b="b"/>
                <a:pathLst>
                  <a:path w="1855" h="1870" extrusionOk="0">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2419400" y="4344900"/>
                <a:ext cx="46375" cy="46375"/>
              </a:xfrm>
              <a:custGeom>
                <a:avLst/>
                <a:gdLst/>
                <a:ahLst/>
                <a:cxnLst/>
                <a:rect l="l" t="t" r="r" b="b"/>
                <a:pathLst>
                  <a:path w="1855" h="1855" extrusionOk="0">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9"/>
              <p:cNvSpPr/>
              <p:nvPr/>
            </p:nvSpPr>
            <p:spPr>
              <a:xfrm>
                <a:off x="3038050" y="4404325"/>
                <a:ext cx="46775" cy="46350"/>
              </a:xfrm>
              <a:custGeom>
                <a:avLst/>
                <a:gdLst/>
                <a:ahLst/>
                <a:cxnLst/>
                <a:rect l="l" t="t" r="r" b="b"/>
                <a:pathLst>
                  <a:path w="1871" h="1854" extrusionOk="0">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a:off x="2750925" y="4192425"/>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a:off x="3374725" y="4592450"/>
                <a:ext cx="46750" cy="46375"/>
              </a:xfrm>
              <a:custGeom>
                <a:avLst/>
                <a:gdLst/>
                <a:ahLst/>
                <a:cxnLst/>
                <a:rect l="l" t="t" r="r" b="b"/>
                <a:pathLst>
                  <a:path w="1870" h="1855" extrusionOk="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a:off x="3449175" y="4671675"/>
                <a:ext cx="46375" cy="46350"/>
              </a:xfrm>
              <a:custGeom>
                <a:avLst/>
                <a:gdLst/>
                <a:ahLst/>
                <a:cxnLst/>
                <a:rect l="l" t="t" r="r" b="b"/>
                <a:pathLst>
                  <a:path w="1855" h="1854" extrusionOk="0">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a:off x="3704250" y="4733450"/>
                <a:ext cx="51500" cy="51500"/>
              </a:xfrm>
              <a:custGeom>
                <a:avLst/>
                <a:gdLst/>
                <a:ahLst/>
                <a:cxnLst/>
                <a:rect l="l" t="t" r="r" b="b"/>
                <a:pathLst>
                  <a:path w="2060" h="2060" extrusionOk="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a:off x="3649575" y="4649075"/>
                <a:ext cx="51525" cy="51925"/>
              </a:xfrm>
              <a:custGeom>
                <a:avLst/>
                <a:gdLst/>
                <a:ahLst/>
                <a:cxnLst/>
                <a:rect l="l" t="t" r="r" b="b"/>
                <a:pathLst>
                  <a:path w="2061" h="2077" extrusionOk="0">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9"/>
              <p:cNvSpPr/>
              <p:nvPr/>
            </p:nvSpPr>
            <p:spPr>
              <a:xfrm>
                <a:off x="3575525" y="4688700"/>
                <a:ext cx="51500" cy="51900"/>
              </a:xfrm>
              <a:custGeom>
                <a:avLst/>
                <a:gdLst/>
                <a:ahLst/>
                <a:cxnLst/>
                <a:rect l="l" t="t" r="r" b="b"/>
                <a:pathLst>
                  <a:path w="2060" h="2076" extrusionOk="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9"/>
              <p:cNvSpPr/>
              <p:nvPr/>
            </p:nvSpPr>
            <p:spPr>
              <a:xfrm>
                <a:off x="3110150" y="4327475"/>
                <a:ext cx="51500" cy="51525"/>
              </a:xfrm>
              <a:custGeom>
                <a:avLst/>
                <a:gdLst/>
                <a:ahLst/>
                <a:cxnLst/>
                <a:rect l="l" t="t" r="r" b="b"/>
                <a:pathLst>
                  <a:path w="2060" h="2061" extrusionOk="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2191675" y="4270450"/>
                <a:ext cx="51500" cy="51500"/>
              </a:xfrm>
              <a:custGeom>
                <a:avLst/>
                <a:gdLst/>
                <a:ahLst/>
                <a:cxnLst/>
                <a:rect l="l" t="t" r="r" b="b"/>
                <a:pathLst>
                  <a:path w="2060" h="2060" extrusionOk="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2318400" y="4236000"/>
                <a:ext cx="51525" cy="51500"/>
              </a:xfrm>
              <a:custGeom>
                <a:avLst/>
                <a:gdLst/>
                <a:ahLst/>
                <a:cxnLst/>
                <a:rect l="l" t="t" r="r" b="b"/>
                <a:pathLst>
                  <a:path w="2061" h="2060" extrusionOk="0">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9"/>
              <p:cNvSpPr/>
              <p:nvPr/>
            </p:nvSpPr>
            <p:spPr>
              <a:xfrm>
                <a:off x="2383750" y="4433225"/>
                <a:ext cx="51525" cy="51925"/>
              </a:xfrm>
              <a:custGeom>
                <a:avLst/>
                <a:gdLst/>
                <a:ahLst/>
                <a:cxnLst/>
                <a:rect l="l" t="t" r="r" b="b"/>
                <a:pathLst>
                  <a:path w="2061" h="2077" extrusionOk="0">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78" name="Google Shape;978;p19"/>
            <p:cNvPicPr preferRelativeResize="0"/>
            <p:nvPr/>
          </p:nvPicPr>
          <p:blipFill>
            <a:blip r:embed="rId3">
              <a:alphaModFix amt="40000"/>
            </a:blip>
            <a:stretch>
              <a:fillRect/>
            </a:stretch>
          </p:blipFill>
          <p:spPr>
            <a:xfrm>
              <a:off x="7605625" y="-275350"/>
              <a:ext cx="1177350" cy="1177350"/>
            </a:xfrm>
            <a:prstGeom prst="rect">
              <a:avLst/>
            </a:prstGeom>
            <a:noFill/>
            <a:ln>
              <a:noFill/>
            </a:ln>
          </p:spPr>
        </p:pic>
        <p:pic>
          <p:nvPicPr>
            <p:cNvPr id="979" name="Google Shape;979;p19"/>
            <p:cNvPicPr preferRelativeResize="0"/>
            <p:nvPr/>
          </p:nvPicPr>
          <p:blipFill>
            <a:blip r:embed="rId3">
              <a:alphaModFix amt="40000"/>
            </a:blip>
            <a:stretch>
              <a:fillRect/>
            </a:stretch>
          </p:blipFill>
          <p:spPr>
            <a:xfrm>
              <a:off x="8200350" y="289625"/>
              <a:ext cx="1177350" cy="1177350"/>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281"/>
        <p:cNvGrpSpPr/>
        <p:nvPr/>
      </p:nvGrpSpPr>
      <p:grpSpPr>
        <a:xfrm>
          <a:off x="0" y="0"/>
          <a:ext cx="0" cy="0"/>
          <a:chOff x="0" y="0"/>
          <a:chExt cx="0" cy="0"/>
        </a:xfrm>
      </p:grpSpPr>
      <p:pic>
        <p:nvPicPr>
          <p:cNvPr id="1282" name="Google Shape;1282;p24"/>
          <p:cNvPicPr preferRelativeResize="0"/>
          <p:nvPr/>
        </p:nvPicPr>
        <p:blipFill>
          <a:blip r:embed="rId2">
            <a:alphaModFix amt="20000"/>
          </a:blip>
          <a:stretch>
            <a:fillRect/>
          </a:stretch>
        </p:blipFill>
        <p:spPr>
          <a:xfrm>
            <a:off x="0" y="0"/>
            <a:ext cx="9144002" cy="5143500"/>
          </a:xfrm>
          <a:prstGeom prst="rect">
            <a:avLst/>
          </a:prstGeom>
          <a:noFill/>
          <a:ln>
            <a:noFill/>
          </a:ln>
        </p:spPr>
      </p:pic>
      <p:grpSp>
        <p:nvGrpSpPr>
          <p:cNvPr id="1283" name="Google Shape;1283;p24"/>
          <p:cNvGrpSpPr/>
          <p:nvPr/>
        </p:nvGrpSpPr>
        <p:grpSpPr>
          <a:xfrm>
            <a:off x="66900" y="3058850"/>
            <a:ext cx="1768875" cy="3126028"/>
            <a:chOff x="66900" y="3058850"/>
            <a:chExt cx="1768875" cy="3126028"/>
          </a:xfrm>
        </p:grpSpPr>
        <p:grpSp>
          <p:nvGrpSpPr>
            <p:cNvPr id="1284" name="Google Shape;1284;p24"/>
            <p:cNvGrpSpPr/>
            <p:nvPr/>
          </p:nvGrpSpPr>
          <p:grpSpPr>
            <a:xfrm>
              <a:off x="256564" y="3613234"/>
              <a:ext cx="1041216" cy="2571644"/>
              <a:chOff x="4709050" y="974800"/>
              <a:chExt cx="684425" cy="1690425"/>
            </a:xfrm>
          </p:grpSpPr>
          <p:sp>
            <p:nvSpPr>
              <p:cNvPr id="1285" name="Google Shape;1285;p24"/>
              <p:cNvSpPr/>
              <p:nvPr/>
            </p:nvSpPr>
            <p:spPr>
              <a:xfrm>
                <a:off x="4909450" y="1554625"/>
                <a:ext cx="445600" cy="869400"/>
              </a:xfrm>
              <a:custGeom>
                <a:avLst/>
                <a:gdLst/>
                <a:ahLst/>
                <a:cxnLst/>
                <a:rect l="l" t="t" r="r" b="b"/>
                <a:pathLst>
                  <a:path w="17824" h="34776" extrusionOk="0">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4"/>
              <p:cNvSpPr/>
              <p:nvPr/>
            </p:nvSpPr>
            <p:spPr>
              <a:xfrm>
                <a:off x="5210875" y="1019950"/>
                <a:ext cx="139425" cy="359250"/>
              </a:xfrm>
              <a:custGeom>
                <a:avLst/>
                <a:gdLst/>
                <a:ahLst/>
                <a:cxnLst/>
                <a:rect l="l" t="t" r="r" b="b"/>
                <a:pathLst>
                  <a:path w="5577" h="14370" extrusionOk="0">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4"/>
              <p:cNvSpPr/>
              <p:nvPr/>
            </p:nvSpPr>
            <p:spPr>
              <a:xfrm>
                <a:off x="4850050" y="1150250"/>
                <a:ext cx="460650" cy="1218325"/>
              </a:xfrm>
              <a:custGeom>
                <a:avLst/>
                <a:gdLst/>
                <a:ahLst/>
                <a:cxnLst/>
                <a:rect l="l" t="t" r="r" b="b"/>
                <a:pathLst>
                  <a:path w="18426" h="48733" extrusionOk="0">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24"/>
              <p:cNvSpPr/>
              <p:nvPr/>
            </p:nvSpPr>
            <p:spPr>
              <a:xfrm>
                <a:off x="4830250" y="1265900"/>
                <a:ext cx="383425" cy="1145050"/>
              </a:xfrm>
              <a:custGeom>
                <a:avLst/>
                <a:gdLst/>
                <a:ahLst/>
                <a:cxnLst/>
                <a:rect l="l" t="t" r="r" b="b"/>
                <a:pathLst>
                  <a:path w="15337" h="45802" extrusionOk="0">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24"/>
              <p:cNvSpPr/>
              <p:nvPr/>
            </p:nvSpPr>
            <p:spPr>
              <a:xfrm>
                <a:off x="4810450" y="1204500"/>
                <a:ext cx="386175" cy="1412000"/>
              </a:xfrm>
              <a:custGeom>
                <a:avLst/>
                <a:gdLst/>
                <a:ahLst/>
                <a:cxnLst/>
                <a:rect l="l" t="t" r="r" b="b"/>
                <a:pathLst>
                  <a:path w="15447" h="56480" extrusionOk="0">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24"/>
              <p:cNvSpPr/>
              <p:nvPr/>
            </p:nvSpPr>
            <p:spPr>
              <a:xfrm>
                <a:off x="4746675" y="1534825"/>
                <a:ext cx="192525" cy="533125"/>
              </a:xfrm>
              <a:custGeom>
                <a:avLst/>
                <a:gdLst/>
                <a:ahLst/>
                <a:cxnLst/>
                <a:rect l="l" t="t" r="r" b="b"/>
                <a:pathLst>
                  <a:path w="7701" h="21325" extrusionOk="0">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24"/>
              <p:cNvSpPr/>
              <p:nvPr/>
            </p:nvSpPr>
            <p:spPr>
              <a:xfrm>
                <a:off x="4780750" y="1797025"/>
                <a:ext cx="168350" cy="692350"/>
              </a:xfrm>
              <a:custGeom>
                <a:avLst/>
                <a:gdLst/>
                <a:ahLst/>
                <a:cxnLst/>
                <a:rect l="l" t="t" r="r" b="b"/>
                <a:pathLst>
                  <a:path w="6734" h="27694" extrusionOk="0">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24"/>
              <p:cNvSpPr/>
              <p:nvPr/>
            </p:nvSpPr>
            <p:spPr>
              <a:xfrm>
                <a:off x="5346725" y="1534425"/>
                <a:ext cx="46750" cy="46375"/>
              </a:xfrm>
              <a:custGeom>
                <a:avLst/>
                <a:gdLst/>
                <a:ahLst/>
                <a:cxnLst/>
                <a:rect l="l" t="t" r="r" b="b"/>
                <a:pathLst>
                  <a:path w="1870" h="1855" extrusionOk="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4"/>
              <p:cNvSpPr/>
              <p:nvPr/>
            </p:nvSpPr>
            <p:spPr>
              <a:xfrm>
                <a:off x="5262750" y="974800"/>
                <a:ext cx="46375" cy="46350"/>
              </a:xfrm>
              <a:custGeom>
                <a:avLst/>
                <a:gdLst/>
                <a:ahLst/>
                <a:cxnLst/>
                <a:rect l="l" t="t" r="r" b="b"/>
                <a:pathLst>
                  <a:path w="1855" h="1854" extrusionOk="0">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4"/>
              <p:cNvSpPr/>
              <p:nvPr/>
            </p:nvSpPr>
            <p:spPr>
              <a:xfrm>
                <a:off x="4861525" y="2390725"/>
                <a:ext cx="46775" cy="46375"/>
              </a:xfrm>
              <a:custGeom>
                <a:avLst/>
                <a:gdLst/>
                <a:ahLst/>
                <a:cxnLst/>
                <a:rect l="l" t="t" r="r" b="b"/>
                <a:pathLst>
                  <a:path w="1871" h="1855" extrusionOk="0">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4"/>
              <p:cNvSpPr/>
              <p:nvPr/>
            </p:nvSpPr>
            <p:spPr>
              <a:xfrm>
                <a:off x="4920950" y="1772075"/>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4"/>
              <p:cNvSpPr/>
              <p:nvPr/>
            </p:nvSpPr>
            <p:spPr>
              <a:xfrm>
                <a:off x="4709050" y="2059225"/>
                <a:ext cx="46375" cy="46350"/>
              </a:xfrm>
              <a:custGeom>
                <a:avLst/>
                <a:gdLst/>
                <a:ahLst/>
                <a:cxnLst/>
                <a:rect l="l" t="t" r="r" b="b"/>
                <a:pathLst>
                  <a:path w="1855" h="1854" extrusionOk="0">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4"/>
              <p:cNvSpPr/>
              <p:nvPr/>
            </p:nvSpPr>
            <p:spPr>
              <a:xfrm>
                <a:off x="5109075" y="1435425"/>
                <a:ext cx="46775" cy="46350"/>
              </a:xfrm>
              <a:custGeom>
                <a:avLst/>
                <a:gdLst/>
                <a:ahLst/>
                <a:cxnLst/>
                <a:rect l="l" t="t" r="r" b="b"/>
                <a:pathLst>
                  <a:path w="1871" h="1854" extrusionOk="0">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4"/>
              <p:cNvSpPr/>
              <p:nvPr/>
            </p:nvSpPr>
            <p:spPr>
              <a:xfrm>
                <a:off x="5188300" y="1360950"/>
                <a:ext cx="46750" cy="46375"/>
              </a:xfrm>
              <a:custGeom>
                <a:avLst/>
                <a:gdLst/>
                <a:ahLst/>
                <a:cxnLst/>
                <a:rect l="l" t="t" r="r" b="b"/>
                <a:pathLst>
                  <a:path w="1870" h="1855" extrusionOk="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4"/>
              <p:cNvSpPr/>
              <p:nvPr/>
            </p:nvSpPr>
            <p:spPr>
              <a:xfrm>
                <a:off x="5250075" y="1101150"/>
                <a:ext cx="51525" cy="51500"/>
              </a:xfrm>
              <a:custGeom>
                <a:avLst/>
                <a:gdLst/>
                <a:ahLst/>
                <a:cxnLst/>
                <a:rect l="l" t="t" r="r" b="b"/>
                <a:pathLst>
                  <a:path w="2061" h="2060" extrusionOk="0">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4"/>
              <p:cNvSpPr/>
              <p:nvPr/>
            </p:nvSpPr>
            <p:spPr>
              <a:xfrm>
                <a:off x="5166100" y="1155400"/>
                <a:ext cx="51525" cy="51500"/>
              </a:xfrm>
              <a:custGeom>
                <a:avLst/>
                <a:gdLst/>
                <a:ahLst/>
                <a:cxnLst/>
                <a:rect l="l" t="t" r="r" b="b"/>
                <a:pathLst>
                  <a:path w="2061" h="2060" extrusionOk="0">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4"/>
              <p:cNvSpPr/>
              <p:nvPr/>
            </p:nvSpPr>
            <p:spPr>
              <a:xfrm>
                <a:off x="5205725" y="1229850"/>
                <a:ext cx="51500" cy="51525"/>
              </a:xfrm>
              <a:custGeom>
                <a:avLst/>
                <a:gdLst/>
                <a:ahLst/>
                <a:cxnLst/>
                <a:rect l="l" t="t" r="r" b="b"/>
                <a:pathLst>
                  <a:path w="2060" h="2061" extrusionOk="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4"/>
              <p:cNvSpPr/>
              <p:nvPr/>
            </p:nvSpPr>
            <p:spPr>
              <a:xfrm>
                <a:off x="4844100" y="1695225"/>
                <a:ext cx="51525" cy="51525"/>
              </a:xfrm>
              <a:custGeom>
                <a:avLst/>
                <a:gdLst/>
                <a:ahLst/>
                <a:cxnLst/>
                <a:rect l="l" t="t" r="r" b="b"/>
                <a:pathLst>
                  <a:path w="2061" h="2061" extrusionOk="0">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4"/>
              <p:cNvSpPr/>
              <p:nvPr/>
            </p:nvSpPr>
            <p:spPr>
              <a:xfrm>
                <a:off x="4787075" y="2613700"/>
                <a:ext cx="51900" cy="51525"/>
              </a:xfrm>
              <a:custGeom>
                <a:avLst/>
                <a:gdLst/>
                <a:ahLst/>
                <a:cxnLst/>
                <a:rect l="l" t="t" r="r" b="b"/>
                <a:pathLst>
                  <a:path w="2076" h="2061" extrusionOk="0">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4"/>
              <p:cNvSpPr/>
              <p:nvPr/>
            </p:nvSpPr>
            <p:spPr>
              <a:xfrm>
                <a:off x="4752625" y="2486975"/>
                <a:ext cx="51500" cy="51500"/>
              </a:xfrm>
              <a:custGeom>
                <a:avLst/>
                <a:gdLst/>
                <a:ahLst/>
                <a:cxnLst/>
                <a:rect l="l" t="t" r="r" b="b"/>
                <a:pathLst>
                  <a:path w="2060" h="2060" extrusionOk="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4"/>
              <p:cNvSpPr/>
              <p:nvPr/>
            </p:nvSpPr>
            <p:spPr>
              <a:xfrm>
                <a:off x="4950250" y="2421625"/>
                <a:ext cx="51525" cy="51500"/>
              </a:xfrm>
              <a:custGeom>
                <a:avLst/>
                <a:gdLst/>
                <a:ahLst/>
                <a:cxnLst/>
                <a:rect l="l" t="t" r="r" b="b"/>
                <a:pathLst>
                  <a:path w="2061" h="2060" extrusionOk="0">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06" name="Google Shape;1306;p24"/>
            <p:cNvPicPr preferRelativeResize="0"/>
            <p:nvPr/>
          </p:nvPicPr>
          <p:blipFill>
            <a:blip r:embed="rId3">
              <a:alphaModFix amt="40000"/>
            </a:blip>
            <a:stretch>
              <a:fillRect/>
            </a:stretch>
          </p:blipFill>
          <p:spPr>
            <a:xfrm>
              <a:off x="554350" y="3058850"/>
              <a:ext cx="1177350" cy="1177350"/>
            </a:xfrm>
            <a:prstGeom prst="rect">
              <a:avLst/>
            </a:prstGeom>
            <a:noFill/>
            <a:ln>
              <a:noFill/>
            </a:ln>
          </p:spPr>
        </p:pic>
        <p:pic>
          <p:nvPicPr>
            <p:cNvPr id="1307" name="Google Shape;1307;p24"/>
            <p:cNvPicPr preferRelativeResize="0"/>
            <p:nvPr/>
          </p:nvPicPr>
          <p:blipFill>
            <a:blip r:embed="rId3">
              <a:alphaModFix amt="40000"/>
            </a:blip>
            <a:stretch>
              <a:fillRect/>
            </a:stretch>
          </p:blipFill>
          <p:spPr>
            <a:xfrm>
              <a:off x="658425" y="3884050"/>
              <a:ext cx="1177350" cy="1177350"/>
            </a:xfrm>
            <a:prstGeom prst="rect">
              <a:avLst/>
            </a:prstGeom>
            <a:noFill/>
            <a:ln>
              <a:noFill/>
            </a:ln>
          </p:spPr>
        </p:pic>
        <p:pic>
          <p:nvPicPr>
            <p:cNvPr id="1308" name="Google Shape;1308;p24"/>
            <p:cNvPicPr preferRelativeResize="0"/>
            <p:nvPr/>
          </p:nvPicPr>
          <p:blipFill>
            <a:blip r:embed="rId3">
              <a:alphaModFix amt="40000"/>
            </a:blip>
            <a:stretch>
              <a:fillRect/>
            </a:stretch>
          </p:blipFill>
          <p:spPr>
            <a:xfrm>
              <a:off x="66900" y="4310375"/>
              <a:ext cx="1177350" cy="1177350"/>
            </a:xfrm>
            <a:prstGeom prst="rect">
              <a:avLst/>
            </a:prstGeom>
            <a:noFill/>
            <a:ln>
              <a:noFill/>
            </a:ln>
          </p:spPr>
        </p:pic>
      </p:grpSp>
      <p:grpSp>
        <p:nvGrpSpPr>
          <p:cNvPr id="1309" name="Google Shape;1309;p24"/>
          <p:cNvGrpSpPr/>
          <p:nvPr/>
        </p:nvGrpSpPr>
        <p:grpSpPr>
          <a:xfrm>
            <a:off x="7107050" y="-104675"/>
            <a:ext cx="3494801" cy="2499245"/>
            <a:chOff x="7107050" y="-104675"/>
            <a:chExt cx="3494801" cy="2499245"/>
          </a:xfrm>
        </p:grpSpPr>
        <p:grpSp>
          <p:nvGrpSpPr>
            <p:cNvPr id="1310" name="Google Shape;1310;p24"/>
            <p:cNvGrpSpPr/>
            <p:nvPr/>
          </p:nvGrpSpPr>
          <p:grpSpPr>
            <a:xfrm>
              <a:off x="7467304" y="268423"/>
              <a:ext cx="3134546" cy="2126147"/>
              <a:chOff x="2280775" y="570800"/>
              <a:chExt cx="1702725" cy="1154950"/>
            </a:xfrm>
          </p:grpSpPr>
          <p:sp>
            <p:nvSpPr>
              <p:cNvPr id="1311" name="Google Shape;1311;p24"/>
              <p:cNvSpPr/>
              <p:nvPr/>
            </p:nvSpPr>
            <p:spPr>
              <a:xfrm>
                <a:off x="2562775" y="1179175"/>
                <a:ext cx="1420725" cy="546575"/>
              </a:xfrm>
              <a:custGeom>
                <a:avLst/>
                <a:gdLst/>
                <a:ahLst/>
                <a:cxnLst/>
                <a:rect l="l" t="t" r="r" b="b"/>
                <a:pathLst>
                  <a:path w="56829" h="21863" extrusionOk="0">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4"/>
              <p:cNvSpPr/>
              <p:nvPr/>
            </p:nvSpPr>
            <p:spPr>
              <a:xfrm>
                <a:off x="2385350" y="1087275"/>
                <a:ext cx="1598150" cy="574325"/>
              </a:xfrm>
              <a:custGeom>
                <a:avLst/>
                <a:gdLst/>
                <a:ahLst/>
                <a:cxnLst/>
                <a:rect l="l" t="t" r="r" b="b"/>
                <a:pathLst>
                  <a:path w="63926" h="22973" extrusionOk="0">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4"/>
              <p:cNvSpPr/>
              <p:nvPr/>
            </p:nvSpPr>
            <p:spPr>
              <a:xfrm>
                <a:off x="2329900" y="1057575"/>
                <a:ext cx="1653600" cy="579075"/>
              </a:xfrm>
              <a:custGeom>
                <a:avLst/>
                <a:gdLst/>
                <a:ahLst/>
                <a:cxnLst/>
                <a:rect l="l" t="t" r="r" b="b"/>
                <a:pathLst>
                  <a:path w="66144" h="23163" extrusionOk="0">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4"/>
              <p:cNvSpPr/>
              <p:nvPr/>
            </p:nvSpPr>
            <p:spPr>
              <a:xfrm>
                <a:off x="2547725" y="1017975"/>
                <a:ext cx="1435775" cy="598875"/>
              </a:xfrm>
              <a:custGeom>
                <a:avLst/>
                <a:gdLst/>
                <a:ahLst/>
                <a:cxnLst/>
                <a:rect l="l" t="t" r="r" b="b"/>
                <a:pathLst>
                  <a:path w="57431" h="23955" extrusionOk="0">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4"/>
              <p:cNvSpPr/>
              <p:nvPr/>
            </p:nvSpPr>
            <p:spPr>
              <a:xfrm>
                <a:off x="2442775" y="978350"/>
                <a:ext cx="1540725" cy="613925"/>
              </a:xfrm>
              <a:custGeom>
                <a:avLst/>
                <a:gdLst/>
                <a:ahLst/>
                <a:cxnLst/>
                <a:rect l="l" t="t" r="r" b="b"/>
                <a:pathLst>
                  <a:path w="61629" h="24557" extrusionOk="0">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4"/>
              <p:cNvSpPr/>
              <p:nvPr/>
            </p:nvSpPr>
            <p:spPr>
              <a:xfrm>
                <a:off x="2676850" y="934800"/>
                <a:ext cx="1306650" cy="637675"/>
              </a:xfrm>
              <a:custGeom>
                <a:avLst/>
                <a:gdLst/>
                <a:ahLst/>
                <a:cxnLst/>
                <a:rect l="l" t="t" r="r" b="b"/>
                <a:pathLst>
                  <a:path w="52266" h="25507" extrusionOk="0">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4"/>
              <p:cNvSpPr/>
              <p:nvPr/>
            </p:nvSpPr>
            <p:spPr>
              <a:xfrm>
                <a:off x="2508525" y="824675"/>
                <a:ext cx="1474975" cy="722850"/>
              </a:xfrm>
              <a:custGeom>
                <a:avLst/>
                <a:gdLst/>
                <a:ahLst/>
                <a:cxnLst/>
                <a:rect l="l" t="t" r="r" b="b"/>
                <a:pathLst>
                  <a:path w="58999" h="28914" extrusionOk="0">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4"/>
              <p:cNvSpPr/>
              <p:nvPr/>
            </p:nvSpPr>
            <p:spPr>
              <a:xfrm>
                <a:off x="2413850" y="804875"/>
                <a:ext cx="1569650" cy="718100"/>
              </a:xfrm>
              <a:custGeom>
                <a:avLst/>
                <a:gdLst/>
                <a:ahLst/>
                <a:cxnLst/>
                <a:rect l="l" t="t" r="r" b="b"/>
                <a:pathLst>
                  <a:path w="62786" h="28724" extrusionOk="0">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4"/>
              <p:cNvSpPr/>
              <p:nvPr/>
            </p:nvSpPr>
            <p:spPr>
              <a:xfrm>
                <a:off x="2946975" y="1316600"/>
                <a:ext cx="1036525" cy="166775"/>
              </a:xfrm>
              <a:custGeom>
                <a:avLst/>
                <a:gdLst/>
                <a:ahLst/>
                <a:cxnLst/>
                <a:rect l="l" t="t" r="r" b="b"/>
                <a:pathLst>
                  <a:path w="41461" h="6671" extrusionOk="0">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4"/>
              <p:cNvSpPr/>
              <p:nvPr/>
            </p:nvSpPr>
            <p:spPr>
              <a:xfrm>
                <a:off x="2770325" y="666250"/>
                <a:ext cx="1213175" cy="752550"/>
              </a:xfrm>
              <a:custGeom>
                <a:avLst/>
                <a:gdLst/>
                <a:ahLst/>
                <a:cxnLst/>
                <a:rect l="l" t="t" r="r" b="b"/>
                <a:pathLst>
                  <a:path w="48527" h="30102" extrusionOk="0">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4"/>
              <p:cNvSpPr/>
              <p:nvPr/>
            </p:nvSpPr>
            <p:spPr>
              <a:xfrm>
                <a:off x="2864575" y="798150"/>
                <a:ext cx="1118925" cy="606000"/>
              </a:xfrm>
              <a:custGeom>
                <a:avLst/>
                <a:gdLst/>
                <a:ahLst/>
                <a:cxnLst/>
                <a:rect l="l" t="t" r="r" b="b"/>
                <a:pathLst>
                  <a:path w="44757" h="24240" extrusionOk="0">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4"/>
              <p:cNvSpPr/>
              <p:nvPr/>
            </p:nvSpPr>
            <p:spPr>
              <a:xfrm>
                <a:off x="2857050" y="695175"/>
                <a:ext cx="1126450" cy="684025"/>
              </a:xfrm>
              <a:custGeom>
                <a:avLst/>
                <a:gdLst/>
                <a:ahLst/>
                <a:cxnLst/>
                <a:rect l="l" t="t" r="r" b="b"/>
                <a:pathLst>
                  <a:path w="45058" h="27361" extrusionOk="0">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4"/>
              <p:cNvSpPr/>
              <p:nvPr/>
            </p:nvSpPr>
            <p:spPr>
              <a:xfrm>
                <a:off x="2567525" y="596950"/>
                <a:ext cx="1415975" cy="728000"/>
              </a:xfrm>
              <a:custGeom>
                <a:avLst/>
                <a:gdLst/>
                <a:ahLst/>
                <a:cxnLst/>
                <a:rect l="l" t="t" r="r" b="b"/>
                <a:pathLst>
                  <a:path w="56639" h="29120" extrusionOk="0">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4"/>
              <p:cNvSpPr/>
              <p:nvPr/>
            </p:nvSpPr>
            <p:spPr>
              <a:xfrm>
                <a:off x="2357225" y="1123325"/>
                <a:ext cx="46750" cy="46350"/>
              </a:xfrm>
              <a:custGeom>
                <a:avLst/>
                <a:gdLst/>
                <a:ahLst/>
                <a:cxnLst/>
                <a:rect l="l" t="t" r="r" b="b"/>
                <a:pathLst>
                  <a:path w="1870" h="1854" extrusionOk="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4"/>
              <p:cNvSpPr/>
              <p:nvPr/>
            </p:nvSpPr>
            <p:spPr>
              <a:xfrm>
                <a:off x="2748525" y="633375"/>
                <a:ext cx="46775" cy="46375"/>
              </a:xfrm>
              <a:custGeom>
                <a:avLst/>
                <a:gdLst/>
                <a:ahLst/>
                <a:cxnLst/>
                <a:rect l="l" t="t" r="r" b="b"/>
                <a:pathLst>
                  <a:path w="1871" h="1855" extrusionOk="0">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4"/>
              <p:cNvSpPr/>
              <p:nvPr/>
            </p:nvSpPr>
            <p:spPr>
              <a:xfrm>
                <a:off x="2842800" y="682900"/>
                <a:ext cx="46375" cy="46350"/>
              </a:xfrm>
              <a:custGeom>
                <a:avLst/>
                <a:gdLst/>
                <a:ahLst/>
                <a:cxnLst/>
                <a:rect l="l" t="t" r="r" b="b"/>
                <a:pathLst>
                  <a:path w="1855" h="1854" extrusionOk="0">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4"/>
              <p:cNvSpPr/>
              <p:nvPr/>
            </p:nvSpPr>
            <p:spPr>
              <a:xfrm>
                <a:off x="2530700" y="1148275"/>
                <a:ext cx="46375" cy="46350"/>
              </a:xfrm>
              <a:custGeom>
                <a:avLst/>
                <a:gdLst/>
                <a:ahLst/>
                <a:cxnLst/>
                <a:rect l="l" t="t" r="r" b="b"/>
                <a:pathLst>
                  <a:path w="1855" h="1854" extrusionOk="0">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4"/>
              <p:cNvSpPr/>
              <p:nvPr/>
            </p:nvSpPr>
            <p:spPr>
              <a:xfrm>
                <a:off x="2916875" y="1286900"/>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4"/>
              <p:cNvSpPr/>
              <p:nvPr/>
            </p:nvSpPr>
            <p:spPr>
              <a:xfrm>
                <a:off x="2280775" y="1031425"/>
                <a:ext cx="51525" cy="51525"/>
              </a:xfrm>
              <a:custGeom>
                <a:avLst/>
                <a:gdLst/>
                <a:ahLst/>
                <a:cxnLst/>
                <a:rect l="l" t="t" r="r" b="b"/>
                <a:pathLst>
                  <a:path w="2061" h="2061" extrusionOk="0">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4"/>
              <p:cNvSpPr/>
              <p:nvPr/>
            </p:nvSpPr>
            <p:spPr>
              <a:xfrm>
                <a:off x="2364750" y="842900"/>
                <a:ext cx="51525" cy="51925"/>
              </a:xfrm>
              <a:custGeom>
                <a:avLst/>
                <a:gdLst/>
                <a:ahLst/>
                <a:cxnLst/>
                <a:rect l="l" t="t" r="r" b="b"/>
                <a:pathLst>
                  <a:path w="2061" h="2077" extrusionOk="0">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4"/>
              <p:cNvSpPr/>
              <p:nvPr/>
            </p:nvSpPr>
            <p:spPr>
              <a:xfrm>
                <a:off x="2468925" y="9027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4"/>
              <p:cNvSpPr/>
              <p:nvPr/>
            </p:nvSpPr>
            <p:spPr>
              <a:xfrm>
                <a:off x="2637250" y="8928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4"/>
              <p:cNvSpPr/>
              <p:nvPr/>
            </p:nvSpPr>
            <p:spPr>
              <a:xfrm>
                <a:off x="2394450" y="952225"/>
                <a:ext cx="51525" cy="51500"/>
              </a:xfrm>
              <a:custGeom>
                <a:avLst/>
                <a:gdLst/>
                <a:ahLst/>
                <a:cxnLst/>
                <a:rect l="l" t="t" r="r" b="b"/>
                <a:pathLst>
                  <a:path w="2061" h="2060" extrusionOk="0">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4"/>
              <p:cNvSpPr/>
              <p:nvPr/>
            </p:nvSpPr>
            <p:spPr>
              <a:xfrm>
                <a:off x="2498625" y="991825"/>
                <a:ext cx="51500" cy="51500"/>
              </a:xfrm>
              <a:custGeom>
                <a:avLst/>
                <a:gdLst/>
                <a:ahLst/>
                <a:cxnLst/>
                <a:rect l="l" t="t" r="r" b="b"/>
                <a:pathLst>
                  <a:path w="2060" h="2060" extrusionOk="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4"/>
              <p:cNvSpPr/>
              <p:nvPr/>
            </p:nvSpPr>
            <p:spPr>
              <a:xfrm>
                <a:off x="2840025" y="749025"/>
                <a:ext cx="51525" cy="51525"/>
              </a:xfrm>
              <a:custGeom>
                <a:avLst/>
                <a:gdLst/>
                <a:ahLst/>
                <a:cxnLst/>
                <a:rect l="l" t="t" r="r" b="b"/>
                <a:pathLst>
                  <a:path w="2061" h="2061" extrusionOk="0">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4"/>
              <p:cNvSpPr/>
              <p:nvPr/>
            </p:nvSpPr>
            <p:spPr>
              <a:xfrm>
                <a:off x="2518425" y="570800"/>
                <a:ext cx="51500" cy="51525"/>
              </a:xfrm>
              <a:custGeom>
                <a:avLst/>
                <a:gdLst/>
                <a:ahLst/>
                <a:cxnLst/>
                <a:rect l="l" t="t" r="r" b="b"/>
                <a:pathLst>
                  <a:path w="2060" h="2061" extrusionOk="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37" name="Google Shape;1337;p24"/>
            <p:cNvPicPr preferRelativeResize="0"/>
            <p:nvPr/>
          </p:nvPicPr>
          <p:blipFill>
            <a:blip r:embed="rId3">
              <a:alphaModFix amt="40000"/>
            </a:blip>
            <a:stretch>
              <a:fillRect/>
            </a:stretch>
          </p:blipFill>
          <p:spPr>
            <a:xfrm>
              <a:off x="7107050" y="742825"/>
              <a:ext cx="1177350" cy="1177350"/>
            </a:xfrm>
            <a:prstGeom prst="rect">
              <a:avLst/>
            </a:prstGeom>
            <a:noFill/>
            <a:ln>
              <a:noFill/>
            </a:ln>
          </p:spPr>
        </p:pic>
        <p:pic>
          <p:nvPicPr>
            <p:cNvPr id="1338" name="Google Shape;1338;p24"/>
            <p:cNvPicPr preferRelativeResize="0"/>
            <p:nvPr/>
          </p:nvPicPr>
          <p:blipFill>
            <a:blip r:embed="rId3">
              <a:alphaModFix amt="40000"/>
            </a:blip>
            <a:stretch>
              <a:fillRect/>
            </a:stretch>
          </p:blipFill>
          <p:spPr>
            <a:xfrm>
              <a:off x="7803050" y="-104675"/>
              <a:ext cx="1177350" cy="1177350"/>
            </a:xfrm>
            <a:prstGeom prst="rect">
              <a:avLst/>
            </a:prstGeom>
            <a:noFill/>
            <a:ln>
              <a:noFill/>
            </a:ln>
          </p:spPr>
        </p:pic>
        <p:pic>
          <p:nvPicPr>
            <p:cNvPr id="1339" name="Google Shape;1339;p24"/>
            <p:cNvPicPr preferRelativeResize="0"/>
            <p:nvPr/>
          </p:nvPicPr>
          <p:blipFill>
            <a:blip r:embed="rId3">
              <a:alphaModFix amt="40000"/>
            </a:blip>
            <a:stretch>
              <a:fillRect/>
            </a:stretch>
          </p:blipFill>
          <p:spPr>
            <a:xfrm>
              <a:off x="8100400" y="1072675"/>
              <a:ext cx="1177350" cy="1177350"/>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340"/>
        <p:cNvGrpSpPr/>
        <p:nvPr/>
      </p:nvGrpSpPr>
      <p:grpSpPr>
        <a:xfrm>
          <a:off x="0" y="0"/>
          <a:ext cx="0" cy="0"/>
          <a:chOff x="0" y="0"/>
          <a:chExt cx="0" cy="0"/>
        </a:xfrm>
      </p:grpSpPr>
      <p:pic>
        <p:nvPicPr>
          <p:cNvPr id="1341" name="Google Shape;1341;p25"/>
          <p:cNvPicPr preferRelativeResize="0"/>
          <p:nvPr/>
        </p:nvPicPr>
        <p:blipFill>
          <a:blip r:embed="rId2">
            <a:alphaModFix amt="20000"/>
          </a:blip>
          <a:stretch>
            <a:fillRect/>
          </a:stretch>
        </p:blipFill>
        <p:spPr>
          <a:xfrm>
            <a:off x="0" y="0"/>
            <a:ext cx="9144002" cy="5143500"/>
          </a:xfrm>
          <a:prstGeom prst="rect">
            <a:avLst/>
          </a:prstGeom>
          <a:noFill/>
          <a:ln>
            <a:noFill/>
          </a:ln>
        </p:spPr>
      </p:pic>
      <p:grpSp>
        <p:nvGrpSpPr>
          <p:cNvPr id="1342" name="Google Shape;1342;p25"/>
          <p:cNvGrpSpPr/>
          <p:nvPr/>
        </p:nvGrpSpPr>
        <p:grpSpPr>
          <a:xfrm>
            <a:off x="-1684333" y="361707"/>
            <a:ext cx="3460658" cy="1726043"/>
            <a:chOff x="-1684333" y="361707"/>
            <a:chExt cx="3460658" cy="1726043"/>
          </a:xfrm>
        </p:grpSpPr>
        <p:grpSp>
          <p:nvGrpSpPr>
            <p:cNvPr id="1343" name="Google Shape;1343;p25"/>
            <p:cNvGrpSpPr/>
            <p:nvPr/>
          </p:nvGrpSpPr>
          <p:grpSpPr>
            <a:xfrm>
              <a:off x="-1684333" y="361707"/>
              <a:ext cx="2907181" cy="1177348"/>
              <a:chOff x="2442775" y="3274750"/>
              <a:chExt cx="1690025" cy="684425"/>
            </a:xfrm>
          </p:grpSpPr>
          <p:sp>
            <p:nvSpPr>
              <p:cNvPr id="1344" name="Google Shape;1344;p25"/>
              <p:cNvSpPr/>
              <p:nvPr/>
            </p:nvSpPr>
            <p:spPr>
              <a:xfrm>
                <a:off x="2683575" y="3475550"/>
                <a:ext cx="870175" cy="445600"/>
              </a:xfrm>
              <a:custGeom>
                <a:avLst/>
                <a:gdLst/>
                <a:ahLst/>
                <a:cxnLst/>
                <a:rect l="l" t="t" r="r" b="b"/>
                <a:pathLst>
                  <a:path w="34807" h="17824" extrusionOk="0">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5"/>
              <p:cNvSpPr/>
              <p:nvPr/>
            </p:nvSpPr>
            <p:spPr>
              <a:xfrm>
                <a:off x="3728800" y="3776950"/>
                <a:ext cx="359650" cy="139050"/>
              </a:xfrm>
              <a:custGeom>
                <a:avLst/>
                <a:gdLst/>
                <a:ahLst/>
                <a:cxnLst/>
                <a:rect l="l" t="t" r="r" b="b"/>
                <a:pathLst>
                  <a:path w="14386" h="5562" extrusionOk="0">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5"/>
              <p:cNvSpPr/>
              <p:nvPr/>
            </p:nvSpPr>
            <p:spPr>
              <a:xfrm>
                <a:off x="2739025" y="3416125"/>
                <a:ext cx="1218725" cy="460275"/>
              </a:xfrm>
              <a:custGeom>
                <a:avLst/>
                <a:gdLst/>
                <a:ahLst/>
                <a:cxnLst/>
                <a:rect l="l" t="t" r="r" b="b"/>
                <a:pathLst>
                  <a:path w="48749" h="18411" extrusionOk="0">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5"/>
              <p:cNvSpPr/>
              <p:nvPr/>
            </p:nvSpPr>
            <p:spPr>
              <a:xfrm>
                <a:off x="2696650" y="3396325"/>
                <a:ext cx="1145050" cy="383025"/>
              </a:xfrm>
              <a:custGeom>
                <a:avLst/>
                <a:gdLst/>
                <a:ahLst/>
                <a:cxnLst/>
                <a:rect l="l" t="t" r="r" b="b"/>
                <a:pathLst>
                  <a:path w="45802" h="15321" extrusionOk="0">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5"/>
              <p:cNvSpPr/>
              <p:nvPr/>
            </p:nvSpPr>
            <p:spPr>
              <a:xfrm>
                <a:off x="2491100" y="3376525"/>
                <a:ext cx="1412375" cy="386200"/>
              </a:xfrm>
              <a:custGeom>
                <a:avLst/>
                <a:gdLst/>
                <a:ahLst/>
                <a:cxnLst/>
                <a:rect l="l" t="t" r="r" b="b"/>
                <a:pathLst>
                  <a:path w="56495" h="15448" extrusionOk="0">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5"/>
              <p:cNvSpPr/>
              <p:nvPr/>
            </p:nvSpPr>
            <p:spPr>
              <a:xfrm>
                <a:off x="3040050" y="3312775"/>
                <a:ext cx="532725" cy="192500"/>
              </a:xfrm>
              <a:custGeom>
                <a:avLst/>
                <a:gdLst/>
                <a:ahLst/>
                <a:cxnLst/>
                <a:rect l="l" t="t" r="r" b="b"/>
                <a:pathLst>
                  <a:path w="21309" h="7700" extrusionOk="0">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5"/>
              <p:cNvSpPr/>
              <p:nvPr/>
            </p:nvSpPr>
            <p:spPr>
              <a:xfrm>
                <a:off x="2618225" y="3346825"/>
                <a:ext cx="692750" cy="168350"/>
              </a:xfrm>
              <a:custGeom>
                <a:avLst/>
                <a:gdLst/>
                <a:ahLst/>
                <a:cxnLst/>
                <a:rect l="l" t="t" r="r" b="b"/>
                <a:pathLst>
                  <a:path w="27710" h="6734" extrusionOk="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5"/>
              <p:cNvSpPr/>
              <p:nvPr/>
            </p:nvSpPr>
            <p:spPr>
              <a:xfrm>
                <a:off x="3526800" y="3912800"/>
                <a:ext cx="46375" cy="46375"/>
              </a:xfrm>
              <a:custGeom>
                <a:avLst/>
                <a:gdLst/>
                <a:ahLst/>
                <a:cxnLst/>
                <a:rect l="l" t="t" r="r" b="b"/>
                <a:pathLst>
                  <a:path w="1855" h="1855" extrusionOk="0">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5"/>
              <p:cNvSpPr/>
              <p:nvPr/>
            </p:nvSpPr>
            <p:spPr>
              <a:xfrm>
                <a:off x="4086050" y="3828450"/>
                <a:ext cx="46750" cy="46750"/>
              </a:xfrm>
              <a:custGeom>
                <a:avLst/>
                <a:gdLst/>
                <a:ahLst/>
                <a:cxnLst/>
                <a:rect l="l" t="t" r="r" b="b"/>
                <a:pathLst>
                  <a:path w="1870" h="1870" extrusionOk="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5"/>
              <p:cNvSpPr/>
              <p:nvPr/>
            </p:nvSpPr>
            <p:spPr>
              <a:xfrm>
                <a:off x="2670500" y="3427625"/>
                <a:ext cx="46375" cy="46350"/>
              </a:xfrm>
              <a:custGeom>
                <a:avLst/>
                <a:gdLst/>
                <a:ahLst/>
                <a:cxnLst/>
                <a:rect l="l" t="t" r="r" b="b"/>
                <a:pathLst>
                  <a:path w="1855" h="1854" extrusionOk="0">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5"/>
              <p:cNvSpPr/>
              <p:nvPr/>
            </p:nvSpPr>
            <p:spPr>
              <a:xfrm>
                <a:off x="3289175" y="3487025"/>
                <a:ext cx="46350" cy="46375"/>
              </a:xfrm>
              <a:custGeom>
                <a:avLst/>
                <a:gdLst/>
                <a:ahLst/>
                <a:cxnLst/>
                <a:rect l="l" t="t" r="r" b="b"/>
                <a:pathLst>
                  <a:path w="1854" h="1855" extrusionOk="0">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5"/>
              <p:cNvSpPr/>
              <p:nvPr/>
            </p:nvSpPr>
            <p:spPr>
              <a:xfrm>
                <a:off x="3002025" y="3274750"/>
                <a:ext cx="46750" cy="46750"/>
              </a:xfrm>
              <a:custGeom>
                <a:avLst/>
                <a:gdLst/>
                <a:ahLst/>
                <a:cxnLst/>
                <a:rect l="l" t="t" r="r" b="b"/>
                <a:pathLst>
                  <a:path w="1870" h="1870" extrusionOk="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5"/>
              <p:cNvSpPr/>
              <p:nvPr/>
            </p:nvSpPr>
            <p:spPr>
              <a:xfrm>
                <a:off x="3625825" y="3675175"/>
                <a:ext cx="46350" cy="46350"/>
              </a:xfrm>
              <a:custGeom>
                <a:avLst/>
                <a:gdLst/>
                <a:ahLst/>
                <a:cxnLst/>
                <a:rect l="l" t="t" r="r" b="b"/>
                <a:pathLst>
                  <a:path w="1854"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5"/>
              <p:cNvSpPr/>
              <p:nvPr/>
            </p:nvSpPr>
            <p:spPr>
              <a:xfrm>
                <a:off x="3699875" y="3754375"/>
                <a:ext cx="46775" cy="46375"/>
              </a:xfrm>
              <a:custGeom>
                <a:avLst/>
                <a:gdLst/>
                <a:ahLst/>
                <a:cxnLst/>
                <a:rect l="l" t="t" r="r" b="b"/>
                <a:pathLst>
                  <a:path w="1871" h="1855" extrusionOk="0">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5"/>
              <p:cNvSpPr/>
              <p:nvPr/>
            </p:nvSpPr>
            <p:spPr>
              <a:xfrm>
                <a:off x="3954950" y="3816175"/>
                <a:ext cx="51500" cy="51500"/>
              </a:xfrm>
              <a:custGeom>
                <a:avLst/>
                <a:gdLst/>
                <a:ahLst/>
                <a:cxnLst/>
                <a:rect l="l" t="t" r="r" b="b"/>
                <a:pathLst>
                  <a:path w="2060" h="2060" extrusionOk="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5"/>
              <p:cNvSpPr/>
              <p:nvPr/>
            </p:nvSpPr>
            <p:spPr>
              <a:xfrm>
                <a:off x="3900675" y="3731800"/>
                <a:ext cx="51525" cy="51525"/>
              </a:xfrm>
              <a:custGeom>
                <a:avLst/>
                <a:gdLst/>
                <a:ahLst/>
                <a:cxnLst/>
                <a:rect l="l" t="t" r="r" b="b"/>
                <a:pathLst>
                  <a:path w="2061" h="2061" extrusionOk="0">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5"/>
              <p:cNvSpPr/>
              <p:nvPr/>
            </p:nvSpPr>
            <p:spPr>
              <a:xfrm>
                <a:off x="3826225" y="3771400"/>
                <a:ext cx="51525" cy="51525"/>
              </a:xfrm>
              <a:custGeom>
                <a:avLst/>
                <a:gdLst/>
                <a:ahLst/>
                <a:cxnLst/>
                <a:rect l="l" t="t" r="r" b="b"/>
                <a:pathLst>
                  <a:path w="2061" h="2061" extrusionOk="0">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5"/>
              <p:cNvSpPr/>
              <p:nvPr/>
            </p:nvSpPr>
            <p:spPr>
              <a:xfrm>
                <a:off x="3360850" y="3410200"/>
                <a:ext cx="51525" cy="51500"/>
              </a:xfrm>
              <a:custGeom>
                <a:avLst/>
                <a:gdLst/>
                <a:ahLst/>
                <a:cxnLst/>
                <a:rect l="l" t="t" r="r" b="b"/>
                <a:pathLst>
                  <a:path w="2061" h="2060" extrusionOk="0">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5"/>
              <p:cNvSpPr/>
              <p:nvPr/>
            </p:nvSpPr>
            <p:spPr>
              <a:xfrm>
                <a:off x="2442775" y="3353175"/>
                <a:ext cx="51525" cy="51500"/>
              </a:xfrm>
              <a:custGeom>
                <a:avLst/>
                <a:gdLst/>
                <a:ahLst/>
                <a:cxnLst/>
                <a:rect l="l" t="t" r="r" b="b"/>
                <a:pathLst>
                  <a:path w="2061" h="2060" extrusionOk="0">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5"/>
              <p:cNvSpPr/>
              <p:nvPr/>
            </p:nvSpPr>
            <p:spPr>
              <a:xfrm>
                <a:off x="2569525" y="3318300"/>
                <a:ext cx="51500" cy="51925"/>
              </a:xfrm>
              <a:custGeom>
                <a:avLst/>
                <a:gdLst/>
                <a:ahLst/>
                <a:cxnLst/>
                <a:rect l="l" t="t" r="r" b="b"/>
                <a:pathLst>
                  <a:path w="2060" h="2077" extrusionOk="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5"/>
              <p:cNvSpPr/>
              <p:nvPr/>
            </p:nvSpPr>
            <p:spPr>
              <a:xfrm>
                <a:off x="2634875" y="3515950"/>
                <a:ext cx="51500" cy="51500"/>
              </a:xfrm>
              <a:custGeom>
                <a:avLst/>
                <a:gdLst/>
                <a:ahLst/>
                <a:cxnLst/>
                <a:rect l="l" t="t" r="r" b="b"/>
                <a:pathLst>
                  <a:path w="2060" h="2060" extrusionOk="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65" name="Google Shape;1365;p25"/>
            <p:cNvPicPr preferRelativeResize="0"/>
            <p:nvPr/>
          </p:nvPicPr>
          <p:blipFill>
            <a:blip r:embed="rId3">
              <a:alphaModFix amt="40000"/>
            </a:blip>
            <a:stretch>
              <a:fillRect/>
            </a:stretch>
          </p:blipFill>
          <p:spPr>
            <a:xfrm>
              <a:off x="598975" y="776575"/>
              <a:ext cx="1177350" cy="1177350"/>
            </a:xfrm>
            <a:prstGeom prst="rect">
              <a:avLst/>
            </a:prstGeom>
            <a:noFill/>
            <a:ln>
              <a:noFill/>
            </a:ln>
          </p:spPr>
        </p:pic>
        <p:pic>
          <p:nvPicPr>
            <p:cNvPr id="1366" name="Google Shape;1366;p25"/>
            <p:cNvPicPr preferRelativeResize="0"/>
            <p:nvPr/>
          </p:nvPicPr>
          <p:blipFill>
            <a:blip r:embed="rId3">
              <a:alphaModFix amt="40000"/>
            </a:blip>
            <a:stretch>
              <a:fillRect/>
            </a:stretch>
          </p:blipFill>
          <p:spPr>
            <a:xfrm>
              <a:off x="-367450" y="910400"/>
              <a:ext cx="1177350" cy="1177350"/>
            </a:xfrm>
            <a:prstGeom prst="rect">
              <a:avLst/>
            </a:prstGeom>
            <a:noFill/>
            <a:ln>
              <a:noFill/>
            </a:ln>
          </p:spPr>
        </p:pic>
      </p:grpSp>
      <p:grpSp>
        <p:nvGrpSpPr>
          <p:cNvPr id="1367" name="Google Shape;1367;p25"/>
          <p:cNvGrpSpPr/>
          <p:nvPr/>
        </p:nvGrpSpPr>
        <p:grpSpPr>
          <a:xfrm>
            <a:off x="7352875" y="3702559"/>
            <a:ext cx="3991212" cy="1778866"/>
            <a:chOff x="7352875" y="3702559"/>
            <a:chExt cx="3991212" cy="1778866"/>
          </a:xfrm>
        </p:grpSpPr>
        <p:grpSp>
          <p:nvGrpSpPr>
            <p:cNvPr id="1368" name="Google Shape;1368;p25"/>
            <p:cNvGrpSpPr/>
            <p:nvPr/>
          </p:nvGrpSpPr>
          <p:grpSpPr>
            <a:xfrm>
              <a:off x="7802532" y="3702559"/>
              <a:ext cx="3541556" cy="1323917"/>
              <a:chOff x="2133050" y="2071900"/>
              <a:chExt cx="2132825" cy="797300"/>
            </a:xfrm>
          </p:grpSpPr>
          <p:sp>
            <p:nvSpPr>
              <p:cNvPr id="1369" name="Google Shape;1369;p25"/>
              <p:cNvSpPr/>
              <p:nvPr/>
            </p:nvSpPr>
            <p:spPr>
              <a:xfrm>
                <a:off x="2270875" y="2219625"/>
                <a:ext cx="747000" cy="267375"/>
              </a:xfrm>
              <a:custGeom>
                <a:avLst/>
                <a:gdLst/>
                <a:ahLst/>
                <a:cxnLst/>
                <a:rect l="l" t="t" r="r" b="b"/>
                <a:pathLst>
                  <a:path w="29880" h="10695" extrusionOk="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5"/>
              <p:cNvSpPr/>
              <p:nvPr/>
            </p:nvSpPr>
            <p:spPr>
              <a:xfrm>
                <a:off x="2182175" y="2199825"/>
                <a:ext cx="1311375" cy="282025"/>
              </a:xfrm>
              <a:custGeom>
                <a:avLst/>
                <a:gdLst/>
                <a:ahLst/>
                <a:cxnLst/>
                <a:rect l="l" t="t" r="r" b="b"/>
                <a:pathLst>
                  <a:path w="52455" h="11281" extrusionOk="0">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5"/>
              <p:cNvSpPr/>
              <p:nvPr/>
            </p:nvSpPr>
            <p:spPr>
              <a:xfrm>
                <a:off x="3182625" y="2105550"/>
                <a:ext cx="901850" cy="61825"/>
              </a:xfrm>
              <a:custGeom>
                <a:avLst/>
                <a:gdLst/>
                <a:ahLst/>
                <a:cxnLst/>
                <a:rect l="l" t="t" r="r" b="b"/>
                <a:pathLst>
                  <a:path w="36074" h="2473" extrusionOk="0">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5"/>
              <p:cNvSpPr/>
              <p:nvPr/>
            </p:nvSpPr>
            <p:spPr>
              <a:xfrm>
                <a:off x="3306975" y="2135275"/>
                <a:ext cx="934350" cy="79225"/>
              </a:xfrm>
              <a:custGeom>
                <a:avLst/>
                <a:gdLst/>
                <a:ahLst/>
                <a:cxnLst/>
                <a:rect l="l" t="t" r="r" b="b"/>
                <a:pathLst>
                  <a:path w="37374" h="3169" extrusionOk="0">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5"/>
              <p:cNvSpPr/>
              <p:nvPr/>
            </p:nvSpPr>
            <p:spPr>
              <a:xfrm>
                <a:off x="2627350" y="2303600"/>
                <a:ext cx="1638525" cy="516475"/>
              </a:xfrm>
              <a:custGeom>
                <a:avLst/>
                <a:gdLst/>
                <a:ahLst/>
                <a:cxnLst/>
                <a:rect l="l" t="t" r="r" b="b"/>
                <a:pathLst>
                  <a:path w="65541" h="20659" extrusionOk="0">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5"/>
              <p:cNvSpPr/>
              <p:nvPr/>
            </p:nvSpPr>
            <p:spPr>
              <a:xfrm>
                <a:off x="2216225" y="2328550"/>
                <a:ext cx="1225450" cy="460250"/>
              </a:xfrm>
              <a:custGeom>
                <a:avLst/>
                <a:gdLst/>
                <a:ahLst/>
                <a:cxnLst/>
                <a:rect l="l" t="t" r="r" b="b"/>
                <a:pathLst>
                  <a:path w="49018" h="18410" extrusionOk="0">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5"/>
              <p:cNvSpPr/>
              <p:nvPr/>
            </p:nvSpPr>
            <p:spPr>
              <a:xfrm>
                <a:off x="2338600" y="2308750"/>
                <a:ext cx="1145850" cy="383400"/>
              </a:xfrm>
              <a:custGeom>
                <a:avLst/>
                <a:gdLst/>
                <a:ahLst/>
                <a:cxnLst/>
                <a:rect l="l" t="t" r="r" b="b"/>
                <a:pathLst>
                  <a:path w="45834" h="15336" extrusionOk="0">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5"/>
              <p:cNvSpPr/>
              <p:nvPr/>
            </p:nvSpPr>
            <p:spPr>
              <a:xfrm>
                <a:off x="2270875" y="2288925"/>
                <a:ext cx="1995000" cy="386200"/>
              </a:xfrm>
              <a:custGeom>
                <a:avLst/>
                <a:gdLst/>
                <a:ahLst/>
                <a:cxnLst/>
                <a:rect l="l" t="t" r="r" b="b"/>
                <a:pathLst>
                  <a:path w="79800" h="15448" extrusionOk="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5"/>
              <p:cNvSpPr/>
              <p:nvPr/>
            </p:nvSpPr>
            <p:spPr>
              <a:xfrm>
                <a:off x="2607925" y="2239425"/>
                <a:ext cx="850775" cy="188150"/>
              </a:xfrm>
              <a:custGeom>
                <a:avLst/>
                <a:gdLst/>
                <a:ahLst/>
                <a:cxnLst/>
                <a:rect l="l" t="t" r="r" b="b"/>
                <a:pathLst>
                  <a:path w="34031" h="7526" extrusionOk="0">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5"/>
              <p:cNvSpPr/>
              <p:nvPr/>
            </p:nvSpPr>
            <p:spPr>
              <a:xfrm>
                <a:off x="2686750" y="2749175"/>
                <a:ext cx="134675" cy="49125"/>
              </a:xfrm>
              <a:custGeom>
                <a:avLst/>
                <a:gdLst/>
                <a:ahLst/>
                <a:cxnLst/>
                <a:rect l="l" t="t" r="r" b="b"/>
                <a:pathLst>
                  <a:path w="5387" h="1965" extrusionOk="0">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5"/>
              <p:cNvSpPr/>
              <p:nvPr/>
            </p:nvSpPr>
            <p:spPr>
              <a:xfrm>
                <a:off x="3467400" y="217645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5"/>
              <p:cNvSpPr/>
              <p:nvPr/>
            </p:nvSpPr>
            <p:spPr>
              <a:xfrm>
                <a:off x="2234450" y="2646575"/>
                <a:ext cx="46750" cy="46775"/>
              </a:xfrm>
              <a:custGeom>
                <a:avLst/>
                <a:gdLst/>
                <a:ahLst/>
                <a:cxnLst/>
                <a:rect l="l" t="t" r="r" b="b"/>
                <a:pathLst>
                  <a:path w="1870" h="1871" extrusionOk="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5"/>
              <p:cNvSpPr/>
              <p:nvPr/>
            </p:nvSpPr>
            <p:spPr>
              <a:xfrm>
                <a:off x="2175025" y="2735700"/>
                <a:ext cx="46775" cy="46750"/>
              </a:xfrm>
              <a:custGeom>
                <a:avLst/>
                <a:gdLst/>
                <a:ahLst/>
                <a:cxnLst/>
                <a:rect l="l" t="t" r="r" b="b"/>
                <a:pathLst>
                  <a:path w="1871" h="1870" extrusionOk="0">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5"/>
              <p:cNvSpPr/>
              <p:nvPr/>
            </p:nvSpPr>
            <p:spPr>
              <a:xfrm>
                <a:off x="2502175" y="2587175"/>
                <a:ext cx="46375" cy="46750"/>
              </a:xfrm>
              <a:custGeom>
                <a:avLst/>
                <a:gdLst/>
                <a:ahLst/>
                <a:cxnLst/>
                <a:rect l="l" t="t" r="r" b="b"/>
                <a:pathLst>
                  <a:path w="1855" h="1870" extrusionOk="0">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5"/>
              <p:cNvSpPr/>
              <p:nvPr/>
            </p:nvSpPr>
            <p:spPr>
              <a:xfrm>
                <a:off x="2774275" y="2309925"/>
                <a:ext cx="46775" cy="46775"/>
              </a:xfrm>
              <a:custGeom>
                <a:avLst/>
                <a:gdLst/>
                <a:ahLst/>
                <a:cxnLst/>
                <a:rect l="l" t="t" r="r" b="b"/>
                <a:pathLst>
                  <a:path w="1871" h="1871" extrusionOk="0">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5"/>
              <p:cNvSpPr/>
              <p:nvPr/>
            </p:nvSpPr>
            <p:spPr>
              <a:xfrm>
                <a:off x="2803975" y="2780450"/>
                <a:ext cx="46775" cy="46375"/>
              </a:xfrm>
              <a:custGeom>
                <a:avLst/>
                <a:gdLst/>
                <a:ahLst/>
                <a:cxnLst/>
                <a:rect l="l" t="t" r="r" b="b"/>
                <a:pathLst>
                  <a:path w="1871" h="1855" extrusionOk="0">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5"/>
              <p:cNvSpPr/>
              <p:nvPr/>
            </p:nvSpPr>
            <p:spPr>
              <a:xfrm>
                <a:off x="3462250" y="2334875"/>
                <a:ext cx="46750" cy="46375"/>
              </a:xfrm>
              <a:custGeom>
                <a:avLst/>
                <a:gdLst/>
                <a:ahLst/>
                <a:cxnLst/>
                <a:rect l="l" t="t" r="r" b="b"/>
                <a:pathLst>
                  <a:path w="1870" h="1855" extrusionOk="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5"/>
              <p:cNvSpPr/>
              <p:nvPr/>
            </p:nvSpPr>
            <p:spPr>
              <a:xfrm>
                <a:off x="3165600" y="2141600"/>
                <a:ext cx="46350" cy="46750"/>
              </a:xfrm>
              <a:custGeom>
                <a:avLst/>
                <a:gdLst/>
                <a:ahLst/>
                <a:cxnLst/>
                <a:rect l="l" t="t" r="r" b="b"/>
                <a:pathLst>
                  <a:path w="1854" h="1870" extrusionOk="0">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5"/>
              <p:cNvSpPr/>
              <p:nvPr/>
            </p:nvSpPr>
            <p:spPr>
              <a:xfrm>
                <a:off x="2843600" y="2404200"/>
                <a:ext cx="46750" cy="46350"/>
              </a:xfrm>
              <a:custGeom>
                <a:avLst/>
                <a:gdLst/>
                <a:ahLst/>
                <a:cxnLst/>
                <a:rect l="l" t="t" r="r" b="b"/>
                <a:pathLst>
                  <a:path w="1870" h="1854" extrusionOk="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5"/>
              <p:cNvSpPr/>
              <p:nvPr/>
            </p:nvSpPr>
            <p:spPr>
              <a:xfrm>
                <a:off x="2249500" y="2483400"/>
                <a:ext cx="46350" cy="46375"/>
              </a:xfrm>
              <a:custGeom>
                <a:avLst/>
                <a:gdLst/>
                <a:ahLst/>
                <a:cxnLst/>
                <a:rect l="l" t="t" r="r" b="b"/>
                <a:pathLst>
                  <a:path w="1854" h="1855" extrusionOk="0">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5"/>
              <p:cNvSpPr/>
              <p:nvPr/>
            </p:nvSpPr>
            <p:spPr>
              <a:xfrm>
                <a:off x="2864575" y="2111500"/>
                <a:ext cx="217075" cy="25375"/>
              </a:xfrm>
              <a:custGeom>
                <a:avLst/>
                <a:gdLst/>
                <a:ahLst/>
                <a:cxnLst/>
                <a:rect l="l" t="t" r="r" b="b"/>
                <a:pathLst>
                  <a:path w="8683" h="1015" extrusionOk="0">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5"/>
              <p:cNvSpPr/>
              <p:nvPr/>
            </p:nvSpPr>
            <p:spPr>
              <a:xfrm>
                <a:off x="3067775" y="2079025"/>
                <a:ext cx="46750" cy="46350"/>
              </a:xfrm>
              <a:custGeom>
                <a:avLst/>
                <a:gdLst/>
                <a:ahLst/>
                <a:cxnLst/>
                <a:rect l="l" t="t" r="r" b="b"/>
                <a:pathLst>
                  <a:path w="1870" h="1854" extrusionOk="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5"/>
              <p:cNvSpPr/>
              <p:nvPr/>
            </p:nvSpPr>
            <p:spPr>
              <a:xfrm>
                <a:off x="2827750" y="2071900"/>
                <a:ext cx="51500" cy="51500"/>
              </a:xfrm>
              <a:custGeom>
                <a:avLst/>
                <a:gdLst/>
                <a:ahLst/>
                <a:cxnLst/>
                <a:rect l="l" t="t" r="r" b="b"/>
                <a:pathLst>
                  <a:path w="2060" h="2060" extrusionOk="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5"/>
              <p:cNvSpPr/>
              <p:nvPr/>
            </p:nvSpPr>
            <p:spPr>
              <a:xfrm>
                <a:off x="3261825" y="2119425"/>
                <a:ext cx="51525" cy="51500"/>
              </a:xfrm>
              <a:custGeom>
                <a:avLst/>
                <a:gdLst/>
                <a:ahLst/>
                <a:cxnLst/>
                <a:rect l="l" t="t" r="r" b="b"/>
                <a:pathLst>
                  <a:path w="2061" h="2060" extrusionOk="0">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5"/>
              <p:cNvSpPr/>
              <p:nvPr/>
            </p:nvSpPr>
            <p:spPr>
              <a:xfrm>
                <a:off x="3004400" y="2223575"/>
                <a:ext cx="51500" cy="51525"/>
              </a:xfrm>
              <a:custGeom>
                <a:avLst/>
                <a:gdLst/>
                <a:ahLst/>
                <a:cxnLst/>
                <a:rect l="l" t="t" r="r" b="b"/>
                <a:pathLst>
                  <a:path w="2060" h="2061" extrusionOk="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5"/>
              <p:cNvSpPr/>
              <p:nvPr/>
            </p:nvSpPr>
            <p:spPr>
              <a:xfrm>
                <a:off x="2301375" y="2683825"/>
                <a:ext cx="51525" cy="51500"/>
              </a:xfrm>
              <a:custGeom>
                <a:avLst/>
                <a:gdLst/>
                <a:ahLst/>
                <a:cxnLst/>
                <a:rect l="l" t="t" r="r" b="b"/>
                <a:pathLst>
                  <a:path w="2061" h="2060" extrusionOk="0">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5"/>
              <p:cNvSpPr/>
              <p:nvPr/>
            </p:nvSpPr>
            <p:spPr>
              <a:xfrm>
                <a:off x="2133050" y="2456075"/>
                <a:ext cx="51525" cy="51525"/>
              </a:xfrm>
              <a:custGeom>
                <a:avLst/>
                <a:gdLst/>
                <a:ahLst/>
                <a:cxnLst/>
                <a:rect l="l" t="t" r="r" b="b"/>
                <a:pathLst>
                  <a:path w="2061" h="2061" extrusionOk="0">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5"/>
              <p:cNvSpPr/>
              <p:nvPr/>
            </p:nvSpPr>
            <p:spPr>
              <a:xfrm>
                <a:off x="2603575" y="2817275"/>
                <a:ext cx="51525" cy="51925"/>
              </a:xfrm>
              <a:custGeom>
                <a:avLst/>
                <a:gdLst/>
                <a:ahLst/>
                <a:cxnLst/>
                <a:rect l="l" t="t" r="r" b="b"/>
                <a:pathLst>
                  <a:path w="2061" h="2077" extrusionOk="0">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5"/>
              <p:cNvSpPr/>
              <p:nvPr/>
            </p:nvSpPr>
            <p:spPr>
              <a:xfrm>
                <a:off x="2647925" y="2782825"/>
                <a:ext cx="51525" cy="51525"/>
              </a:xfrm>
              <a:custGeom>
                <a:avLst/>
                <a:gdLst/>
                <a:ahLst/>
                <a:cxnLst/>
                <a:rect l="l" t="t" r="r" b="b"/>
                <a:pathLst>
                  <a:path w="2061" h="2061" extrusionOk="0">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5"/>
              <p:cNvSpPr/>
              <p:nvPr/>
            </p:nvSpPr>
            <p:spPr>
              <a:xfrm>
                <a:off x="3964850" y="2084975"/>
                <a:ext cx="51500" cy="51500"/>
              </a:xfrm>
              <a:custGeom>
                <a:avLst/>
                <a:gdLst/>
                <a:ahLst/>
                <a:cxnLst/>
                <a:rect l="l" t="t" r="r" b="b"/>
                <a:pathLst>
                  <a:path w="2060" h="2060" extrusionOk="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99" name="Google Shape;1399;p25"/>
            <p:cNvPicPr preferRelativeResize="0"/>
            <p:nvPr/>
          </p:nvPicPr>
          <p:blipFill>
            <a:blip r:embed="rId3">
              <a:alphaModFix amt="40000"/>
            </a:blip>
            <a:stretch>
              <a:fillRect/>
            </a:stretch>
          </p:blipFill>
          <p:spPr>
            <a:xfrm>
              <a:off x="7352875" y="4222300"/>
              <a:ext cx="1177350" cy="1177350"/>
            </a:xfrm>
            <a:prstGeom prst="rect">
              <a:avLst/>
            </a:prstGeom>
            <a:noFill/>
            <a:ln>
              <a:noFill/>
            </a:ln>
          </p:spPr>
        </p:pic>
        <p:pic>
          <p:nvPicPr>
            <p:cNvPr id="1400" name="Google Shape;1400;p25"/>
            <p:cNvPicPr preferRelativeResize="0"/>
            <p:nvPr/>
          </p:nvPicPr>
          <p:blipFill>
            <a:blip r:embed="rId3">
              <a:alphaModFix amt="40000"/>
            </a:blip>
            <a:stretch>
              <a:fillRect/>
            </a:stretch>
          </p:blipFill>
          <p:spPr>
            <a:xfrm>
              <a:off x="8371350" y="4304075"/>
              <a:ext cx="1177350" cy="1177350"/>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Aldrich"/>
              <a:buNone/>
              <a:defRPr sz="3500">
                <a:solidFill>
                  <a:schemeClr val="dk1"/>
                </a:solidFill>
                <a:latin typeface="Aldrich"/>
                <a:ea typeface="Aldrich"/>
                <a:cs typeface="Aldrich"/>
                <a:sym typeface="Aldrich"/>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Saira"/>
              <a:buChar char="●"/>
              <a:defRPr sz="1200">
                <a:solidFill>
                  <a:schemeClr val="dk1"/>
                </a:solidFill>
                <a:latin typeface="Saira"/>
                <a:ea typeface="Saira"/>
                <a:cs typeface="Saira"/>
                <a:sym typeface="Saira"/>
              </a:defRPr>
            </a:lvl1pPr>
            <a:lvl2pPr marL="914400" lvl="1"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2pPr>
            <a:lvl3pPr marL="1371600" lvl="2"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3pPr>
            <a:lvl4pPr marL="1828800" lvl="3"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4pPr>
            <a:lvl5pPr marL="2286000" lvl="4"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5pPr>
            <a:lvl6pPr marL="2743200" lvl="5"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6pPr>
            <a:lvl7pPr marL="3200400" lvl="6"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7pPr>
            <a:lvl8pPr marL="3657600" lvl="7" indent="-304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8pPr>
            <a:lvl9pPr marL="4114800" lvl="8" indent="-304800" rtl="0">
              <a:lnSpc>
                <a:spcPct val="100000"/>
              </a:lnSpc>
              <a:spcBef>
                <a:spcPts val="1600"/>
              </a:spcBef>
              <a:spcAft>
                <a:spcPts val="1600"/>
              </a:spcAft>
              <a:buClr>
                <a:schemeClr val="dk1"/>
              </a:buClr>
              <a:buSzPts val="1200"/>
              <a:buFont typeface="Saira"/>
              <a:buChar char="■"/>
              <a:defRPr sz="1200">
                <a:solidFill>
                  <a:schemeClr val="dk1"/>
                </a:solidFill>
                <a:latin typeface="Saira"/>
                <a:ea typeface="Saira"/>
                <a:cs typeface="Saira"/>
                <a:sym typeface="Sair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5" r:id="rId13"/>
    <p:sldLayoutId id="2147483670" r:id="rId14"/>
    <p:sldLayoutId id="2147483671"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11.xml"/><Relationship Id="rId4" Type="http://schemas.openxmlformats.org/officeDocument/2006/relationships/slide" Target="slide7.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1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13.xml"/><Relationship Id="rId5" Type="http://schemas.openxmlformats.org/officeDocument/2006/relationships/slide" Target="slide10.xml"/><Relationship Id="rId4" Type="http://schemas.openxmlformats.org/officeDocument/2006/relationships/slide" Target="slide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hyperlink" Target="https://dl.acm.org/citation.cfm?id=3467967"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slide" Target="slide2.xml"/><Relationship Id="rId4" Type="http://schemas.openxmlformats.org/officeDocument/2006/relationships/hyperlink" Target="https://doi.org/10.1007/978-3-030-39360-1_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0"/>
        <p:cNvGrpSpPr/>
        <p:nvPr/>
      </p:nvGrpSpPr>
      <p:grpSpPr>
        <a:xfrm>
          <a:off x="0" y="0"/>
          <a:ext cx="0" cy="0"/>
          <a:chOff x="0" y="0"/>
          <a:chExt cx="0" cy="0"/>
        </a:xfrm>
      </p:grpSpPr>
      <p:sp>
        <p:nvSpPr>
          <p:cNvPr id="1411" name="Google Shape;1411;p29"/>
          <p:cNvSpPr txBox="1">
            <a:spLocks noGrp="1"/>
          </p:cNvSpPr>
          <p:nvPr>
            <p:ph type="ctrTitle"/>
          </p:nvPr>
        </p:nvSpPr>
        <p:spPr>
          <a:xfrm>
            <a:off x="1333044" y="2321313"/>
            <a:ext cx="6481834" cy="66376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5400" dirty="0">
                <a:latin typeface="OCR A Extended" panose="02010509020102010303" pitchFamily="50" charset="0"/>
              </a:rPr>
              <a:t>Portfolio #1:</a:t>
            </a:r>
            <a:br>
              <a:rPr lang="es-419" sz="4400" dirty="0">
                <a:latin typeface="OCR A Extended" panose="02010509020102010303" pitchFamily="50" charset="0"/>
              </a:rPr>
            </a:br>
            <a:r>
              <a:rPr lang="es-419" sz="2400" dirty="0">
                <a:latin typeface="OCR A Extended" panose="02010509020102010303" pitchFamily="50" charset="0"/>
              </a:rPr>
              <a:t>CIS 1102N- </a:t>
            </a:r>
            <a:r>
              <a:rPr lang="es-419" sz="2400" dirty="0" err="1">
                <a:latin typeface="OCR A Extended" panose="02010509020102010303" pitchFamily="50" charset="0"/>
              </a:rPr>
              <a:t>Introduction</a:t>
            </a:r>
            <a:r>
              <a:rPr lang="es-419" sz="2400" dirty="0">
                <a:latin typeface="OCR A Extended" panose="02010509020102010303" pitchFamily="50" charset="0"/>
              </a:rPr>
              <a:t> </a:t>
            </a:r>
            <a:r>
              <a:rPr lang="es-419" sz="2400" dirty="0" err="1">
                <a:latin typeface="OCR A Extended" panose="02010509020102010303" pitchFamily="50" charset="0"/>
              </a:rPr>
              <a:t>to</a:t>
            </a:r>
            <a:r>
              <a:rPr lang="es-419" sz="2400" dirty="0">
                <a:latin typeface="OCR A Extended" panose="02010509020102010303" pitchFamily="50" charset="0"/>
              </a:rPr>
              <a:t> Computing</a:t>
            </a:r>
            <a:endParaRPr sz="2400" dirty="0">
              <a:latin typeface="OCR A Extended" panose="02010509020102010303" pitchFamily="50" charset="0"/>
            </a:endParaRPr>
          </a:p>
        </p:txBody>
      </p:sp>
      <p:sp>
        <p:nvSpPr>
          <p:cNvPr id="1412" name="Google Shape;1412;p29"/>
          <p:cNvSpPr txBox="1">
            <a:spLocks noGrp="1"/>
          </p:cNvSpPr>
          <p:nvPr>
            <p:ph type="subTitle" idx="1"/>
          </p:nvPr>
        </p:nvSpPr>
        <p:spPr>
          <a:xfrm>
            <a:off x="2030867" y="3073480"/>
            <a:ext cx="5218800" cy="40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dirty="0" err="1">
                <a:latin typeface="OCR A Extended" panose="02010509020102010303" pitchFamily="50" charset="0"/>
              </a:rPr>
              <a:t>Khugo</a:t>
            </a:r>
            <a:r>
              <a:rPr lang="es-419" dirty="0">
                <a:latin typeface="OCR A Extended" panose="02010509020102010303" pitchFamily="50" charset="0"/>
              </a:rPr>
              <a:t> </a:t>
            </a:r>
            <a:r>
              <a:rPr lang="es-419" dirty="0" err="1">
                <a:latin typeface="OCR A Extended" panose="02010509020102010303" pitchFamily="50" charset="0"/>
              </a:rPr>
              <a:t>Sebastian</a:t>
            </a:r>
            <a:r>
              <a:rPr lang="es-419" dirty="0">
                <a:latin typeface="OCR A Extended" panose="02010509020102010303" pitchFamily="50" charset="0"/>
              </a:rPr>
              <a:t> E. Auditor</a:t>
            </a:r>
          </a:p>
          <a:p>
            <a:pPr marL="0" lvl="0" indent="0" algn="ctr" rtl="0">
              <a:spcBef>
                <a:spcPts val="0"/>
              </a:spcBef>
              <a:spcAft>
                <a:spcPts val="0"/>
              </a:spcAft>
              <a:buNone/>
            </a:pPr>
            <a:r>
              <a:rPr lang="es-419" dirty="0">
                <a:latin typeface="OCR A Extended" panose="02010509020102010303" pitchFamily="50" charset="0"/>
              </a:rPr>
              <a:t>BSCS- 1</a:t>
            </a:r>
            <a:endParaRPr dirty="0">
              <a:latin typeface="OCR A Extended" panose="02010509020102010303" pitchFamily="50" charset="0"/>
            </a:endParaRPr>
          </a:p>
        </p:txBody>
      </p:sp>
      <p:cxnSp>
        <p:nvCxnSpPr>
          <p:cNvPr id="1413" name="Google Shape;1413;p29"/>
          <p:cNvCxnSpPr>
            <a:cxnSpLocks/>
          </p:cNvCxnSpPr>
          <p:nvPr/>
        </p:nvCxnSpPr>
        <p:spPr>
          <a:xfrm>
            <a:off x="1466865" y="3023816"/>
            <a:ext cx="6346804" cy="10929"/>
          </a:xfrm>
          <a:prstGeom prst="straightConnector1">
            <a:avLst/>
          </a:prstGeom>
          <a:noFill/>
          <a:ln w="19050" cap="flat" cmpd="sng">
            <a:solidFill>
              <a:schemeClr val="dk1"/>
            </a:solidFill>
            <a:prstDash val="solid"/>
            <a:round/>
            <a:headEnd type="oval" w="med" len="med"/>
            <a:tailEnd type="oval" w="med" len="med"/>
          </a:ln>
        </p:spPr>
      </p:cxnSp>
      <p:grpSp>
        <p:nvGrpSpPr>
          <p:cNvPr id="1414" name="Google Shape;1414;p29"/>
          <p:cNvGrpSpPr/>
          <p:nvPr/>
        </p:nvGrpSpPr>
        <p:grpSpPr>
          <a:xfrm>
            <a:off x="0" y="3058850"/>
            <a:ext cx="1731700" cy="3126028"/>
            <a:chOff x="0" y="3058850"/>
            <a:chExt cx="1731700" cy="3126028"/>
          </a:xfrm>
        </p:grpSpPr>
        <p:grpSp>
          <p:nvGrpSpPr>
            <p:cNvPr id="1415" name="Google Shape;1415;p29"/>
            <p:cNvGrpSpPr/>
            <p:nvPr/>
          </p:nvGrpSpPr>
          <p:grpSpPr>
            <a:xfrm>
              <a:off x="256564" y="3613234"/>
              <a:ext cx="1041216" cy="2571644"/>
              <a:chOff x="4709050" y="974800"/>
              <a:chExt cx="684425" cy="1690425"/>
            </a:xfrm>
          </p:grpSpPr>
          <p:sp>
            <p:nvSpPr>
              <p:cNvPr id="1416" name="Google Shape;1416;p29"/>
              <p:cNvSpPr/>
              <p:nvPr/>
            </p:nvSpPr>
            <p:spPr>
              <a:xfrm>
                <a:off x="4909450" y="1554625"/>
                <a:ext cx="445600" cy="869400"/>
              </a:xfrm>
              <a:custGeom>
                <a:avLst/>
                <a:gdLst/>
                <a:ahLst/>
                <a:cxnLst/>
                <a:rect l="l" t="t" r="r" b="b"/>
                <a:pathLst>
                  <a:path w="17824" h="34776" extrusionOk="0">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9"/>
              <p:cNvSpPr/>
              <p:nvPr/>
            </p:nvSpPr>
            <p:spPr>
              <a:xfrm>
                <a:off x="5210875" y="1019950"/>
                <a:ext cx="139425" cy="359250"/>
              </a:xfrm>
              <a:custGeom>
                <a:avLst/>
                <a:gdLst/>
                <a:ahLst/>
                <a:cxnLst/>
                <a:rect l="l" t="t" r="r" b="b"/>
                <a:pathLst>
                  <a:path w="5577" h="14370" extrusionOk="0">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9"/>
              <p:cNvSpPr/>
              <p:nvPr/>
            </p:nvSpPr>
            <p:spPr>
              <a:xfrm>
                <a:off x="4850050" y="1150250"/>
                <a:ext cx="460650" cy="1218325"/>
              </a:xfrm>
              <a:custGeom>
                <a:avLst/>
                <a:gdLst/>
                <a:ahLst/>
                <a:cxnLst/>
                <a:rect l="l" t="t" r="r" b="b"/>
                <a:pathLst>
                  <a:path w="18426" h="48733" extrusionOk="0">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9"/>
              <p:cNvSpPr/>
              <p:nvPr/>
            </p:nvSpPr>
            <p:spPr>
              <a:xfrm>
                <a:off x="4830250" y="1265900"/>
                <a:ext cx="383425" cy="1145050"/>
              </a:xfrm>
              <a:custGeom>
                <a:avLst/>
                <a:gdLst/>
                <a:ahLst/>
                <a:cxnLst/>
                <a:rect l="l" t="t" r="r" b="b"/>
                <a:pathLst>
                  <a:path w="15337" h="45802" extrusionOk="0">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9"/>
              <p:cNvSpPr/>
              <p:nvPr/>
            </p:nvSpPr>
            <p:spPr>
              <a:xfrm>
                <a:off x="4810450" y="1204500"/>
                <a:ext cx="386175" cy="1412000"/>
              </a:xfrm>
              <a:custGeom>
                <a:avLst/>
                <a:gdLst/>
                <a:ahLst/>
                <a:cxnLst/>
                <a:rect l="l" t="t" r="r" b="b"/>
                <a:pathLst>
                  <a:path w="15447" h="56480" extrusionOk="0">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9"/>
              <p:cNvSpPr/>
              <p:nvPr/>
            </p:nvSpPr>
            <p:spPr>
              <a:xfrm>
                <a:off x="4746675" y="1534825"/>
                <a:ext cx="192525" cy="533125"/>
              </a:xfrm>
              <a:custGeom>
                <a:avLst/>
                <a:gdLst/>
                <a:ahLst/>
                <a:cxnLst/>
                <a:rect l="l" t="t" r="r" b="b"/>
                <a:pathLst>
                  <a:path w="7701" h="21325" extrusionOk="0">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9"/>
              <p:cNvSpPr/>
              <p:nvPr/>
            </p:nvSpPr>
            <p:spPr>
              <a:xfrm>
                <a:off x="4780750" y="1797025"/>
                <a:ext cx="168350" cy="692350"/>
              </a:xfrm>
              <a:custGeom>
                <a:avLst/>
                <a:gdLst/>
                <a:ahLst/>
                <a:cxnLst/>
                <a:rect l="l" t="t" r="r" b="b"/>
                <a:pathLst>
                  <a:path w="6734" h="27694" extrusionOk="0">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5346725" y="1534425"/>
                <a:ext cx="46750" cy="46375"/>
              </a:xfrm>
              <a:custGeom>
                <a:avLst/>
                <a:gdLst/>
                <a:ahLst/>
                <a:cxnLst/>
                <a:rect l="l" t="t" r="r" b="b"/>
                <a:pathLst>
                  <a:path w="1870" h="1855" extrusionOk="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5262750" y="974800"/>
                <a:ext cx="46375" cy="46350"/>
              </a:xfrm>
              <a:custGeom>
                <a:avLst/>
                <a:gdLst/>
                <a:ahLst/>
                <a:cxnLst/>
                <a:rect l="l" t="t" r="r" b="b"/>
                <a:pathLst>
                  <a:path w="1855" h="1854" extrusionOk="0">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4861525" y="2390725"/>
                <a:ext cx="46775" cy="46375"/>
              </a:xfrm>
              <a:custGeom>
                <a:avLst/>
                <a:gdLst/>
                <a:ahLst/>
                <a:cxnLst/>
                <a:rect l="l" t="t" r="r" b="b"/>
                <a:pathLst>
                  <a:path w="1871" h="1855" extrusionOk="0">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4920950" y="1772075"/>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4709050" y="2059225"/>
                <a:ext cx="46375" cy="46350"/>
              </a:xfrm>
              <a:custGeom>
                <a:avLst/>
                <a:gdLst/>
                <a:ahLst/>
                <a:cxnLst/>
                <a:rect l="l" t="t" r="r" b="b"/>
                <a:pathLst>
                  <a:path w="1855" h="1854" extrusionOk="0">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9"/>
              <p:cNvSpPr/>
              <p:nvPr/>
            </p:nvSpPr>
            <p:spPr>
              <a:xfrm>
                <a:off x="5109075" y="1435425"/>
                <a:ext cx="46775" cy="46350"/>
              </a:xfrm>
              <a:custGeom>
                <a:avLst/>
                <a:gdLst/>
                <a:ahLst/>
                <a:cxnLst/>
                <a:rect l="l" t="t" r="r" b="b"/>
                <a:pathLst>
                  <a:path w="1871" h="1854" extrusionOk="0">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9"/>
              <p:cNvSpPr/>
              <p:nvPr/>
            </p:nvSpPr>
            <p:spPr>
              <a:xfrm>
                <a:off x="5188300" y="1360950"/>
                <a:ext cx="46750" cy="46375"/>
              </a:xfrm>
              <a:custGeom>
                <a:avLst/>
                <a:gdLst/>
                <a:ahLst/>
                <a:cxnLst/>
                <a:rect l="l" t="t" r="r" b="b"/>
                <a:pathLst>
                  <a:path w="1870" h="1855" extrusionOk="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5250075" y="1101150"/>
                <a:ext cx="51525" cy="51500"/>
              </a:xfrm>
              <a:custGeom>
                <a:avLst/>
                <a:gdLst/>
                <a:ahLst/>
                <a:cxnLst/>
                <a:rect l="l" t="t" r="r" b="b"/>
                <a:pathLst>
                  <a:path w="2061" h="2060" extrusionOk="0">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5166100" y="1155400"/>
                <a:ext cx="51525" cy="51500"/>
              </a:xfrm>
              <a:custGeom>
                <a:avLst/>
                <a:gdLst/>
                <a:ahLst/>
                <a:cxnLst/>
                <a:rect l="l" t="t" r="r" b="b"/>
                <a:pathLst>
                  <a:path w="2061" h="2060" extrusionOk="0">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5205725" y="1229850"/>
                <a:ext cx="51500" cy="51525"/>
              </a:xfrm>
              <a:custGeom>
                <a:avLst/>
                <a:gdLst/>
                <a:ahLst/>
                <a:cxnLst/>
                <a:rect l="l" t="t" r="r" b="b"/>
                <a:pathLst>
                  <a:path w="2060" h="2061" extrusionOk="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9"/>
              <p:cNvSpPr/>
              <p:nvPr/>
            </p:nvSpPr>
            <p:spPr>
              <a:xfrm>
                <a:off x="4844100" y="1695225"/>
                <a:ext cx="51525" cy="51525"/>
              </a:xfrm>
              <a:custGeom>
                <a:avLst/>
                <a:gdLst/>
                <a:ahLst/>
                <a:cxnLst/>
                <a:rect l="l" t="t" r="r" b="b"/>
                <a:pathLst>
                  <a:path w="2061" h="2061" extrusionOk="0">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9"/>
              <p:cNvSpPr/>
              <p:nvPr/>
            </p:nvSpPr>
            <p:spPr>
              <a:xfrm>
                <a:off x="4787075" y="2613700"/>
                <a:ext cx="51900" cy="51525"/>
              </a:xfrm>
              <a:custGeom>
                <a:avLst/>
                <a:gdLst/>
                <a:ahLst/>
                <a:cxnLst/>
                <a:rect l="l" t="t" r="r" b="b"/>
                <a:pathLst>
                  <a:path w="2076" h="2061" extrusionOk="0">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4752625" y="2486975"/>
                <a:ext cx="51500" cy="51500"/>
              </a:xfrm>
              <a:custGeom>
                <a:avLst/>
                <a:gdLst/>
                <a:ahLst/>
                <a:cxnLst/>
                <a:rect l="l" t="t" r="r" b="b"/>
                <a:pathLst>
                  <a:path w="2060" h="2060" extrusionOk="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4950250" y="2421625"/>
                <a:ext cx="51525" cy="51500"/>
              </a:xfrm>
              <a:custGeom>
                <a:avLst/>
                <a:gdLst/>
                <a:ahLst/>
                <a:cxnLst/>
                <a:rect l="l" t="t" r="r" b="b"/>
                <a:pathLst>
                  <a:path w="2061" h="2060" extrusionOk="0">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37" name="Google Shape;1437;p29"/>
            <p:cNvPicPr preferRelativeResize="0"/>
            <p:nvPr/>
          </p:nvPicPr>
          <p:blipFill>
            <a:blip r:embed="rId3">
              <a:alphaModFix amt="40000"/>
            </a:blip>
            <a:stretch>
              <a:fillRect/>
            </a:stretch>
          </p:blipFill>
          <p:spPr>
            <a:xfrm>
              <a:off x="554350" y="3058850"/>
              <a:ext cx="1177350" cy="1177350"/>
            </a:xfrm>
            <a:prstGeom prst="rect">
              <a:avLst/>
            </a:prstGeom>
            <a:noFill/>
            <a:ln>
              <a:noFill/>
            </a:ln>
          </p:spPr>
        </p:pic>
        <p:pic>
          <p:nvPicPr>
            <p:cNvPr id="1438" name="Google Shape;1438;p29"/>
            <p:cNvPicPr preferRelativeResize="0"/>
            <p:nvPr/>
          </p:nvPicPr>
          <p:blipFill>
            <a:blip r:embed="rId3">
              <a:alphaModFix amt="40000"/>
            </a:blip>
            <a:stretch>
              <a:fillRect/>
            </a:stretch>
          </p:blipFill>
          <p:spPr>
            <a:xfrm>
              <a:off x="0" y="4236200"/>
              <a:ext cx="1177350" cy="1177350"/>
            </a:xfrm>
            <a:prstGeom prst="rect">
              <a:avLst/>
            </a:prstGeom>
            <a:noFill/>
            <a:ln>
              <a:noFill/>
            </a:ln>
          </p:spPr>
        </p:pic>
      </p:grpSp>
      <p:grpSp>
        <p:nvGrpSpPr>
          <p:cNvPr id="1439" name="Google Shape;1439;p29"/>
          <p:cNvGrpSpPr/>
          <p:nvPr/>
        </p:nvGrpSpPr>
        <p:grpSpPr>
          <a:xfrm>
            <a:off x="7093325" y="-149525"/>
            <a:ext cx="3508526" cy="2544095"/>
            <a:chOff x="7093325" y="-149525"/>
            <a:chExt cx="3508526" cy="2544095"/>
          </a:xfrm>
        </p:grpSpPr>
        <p:grpSp>
          <p:nvGrpSpPr>
            <p:cNvPr id="1440" name="Google Shape;1440;p29"/>
            <p:cNvGrpSpPr/>
            <p:nvPr/>
          </p:nvGrpSpPr>
          <p:grpSpPr>
            <a:xfrm>
              <a:off x="7467304" y="268423"/>
              <a:ext cx="3134546" cy="2126147"/>
              <a:chOff x="2280775" y="570800"/>
              <a:chExt cx="1702725" cy="1154950"/>
            </a:xfrm>
          </p:grpSpPr>
          <p:sp>
            <p:nvSpPr>
              <p:cNvPr id="1441" name="Google Shape;1441;p29"/>
              <p:cNvSpPr/>
              <p:nvPr/>
            </p:nvSpPr>
            <p:spPr>
              <a:xfrm>
                <a:off x="2562775" y="1179175"/>
                <a:ext cx="1420725" cy="546575"/>
              </a:xfrm>
              <a:custGeom>
                <a:avLst/>
                <a:gdLst/>
                <a:ahLst/>
                <a:cxnLst/>
                <a:rect l="l" t="t" r="r" b="b"/>
                <a:pathLst>
                  <a:path w="56829" h="21863" extrusionOk="0">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2385350" y="1087275"/>
                <a:ext cx="1598150" cy="574325"/>
              </a:xfrm>
              <a:custGeom>
                <a:avLst/>
                <a:gdLst/>
                <a:ahLst/>
                <a:cxnLst/>
                <a:rect l="l" t="t" r="r" b="b"/>
                <a:pathLst>
                  <a:path w="63926" h="22973" extrusionOk="0">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2329900" y="1057575"/>
                <a:ext cx="1653600" cy="579075"/>
              </a:xfrm>
              <a:custGeom>
                <a:avLst/>
                <a:gdLst/>
                <a:ahLst/>
                <a:cxnLst/>
                <a:rect l="l" t="t" r="r" b="b"/>
                <a:pathLst>
                  <a:path w="66144" h="23163" extrusionOk="0">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2547725" y="1017975"/>
                <a:ext cx="1435775" cy="598875"/>
              </a:xfrm>
              <a:custGeom>
                <a:avLst/>
                <a:gdLst/>
                <a:ahLst/>
                <a:cxnLst/>
                <a:rect l="l" t="t" r="r" b="b"/>
                <a:pathLst>
                  <a:path w="57431" h="23955" extrusionOk="0">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2442775" y="978350"/>
                <a:ext cx="1540725" cy="613925"/>
              </a:xfrm>
              <a:custGeom>
                <a:avLst/>
                <a:gdLst/>
                <a:ahLst/>
                <a:cxnLst/>
                <a:rect l="l" t="t" r="r" b="b"/>
                <a:pathLst>
                  <a:path w="61629" h="24557" extrusionOk="0">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9"/>
              <p:cNvSpPr/>
              <p:nvPr/>
            </p:nvSpPr>
            <p:spPr>
              <a:xfrm>
                <a:off x="2676850" y="934800"/>
                <a:ext cx="1306650" cy="637675"/>
              </a:xfrm>
              <a:custGeom>
                <a:avLst/>
                <a:gdLst/>
                <a:ahLst/>
                <a:cxnLst/>
                <a:rect l="l" t="t" r="r" b="b"/>
                <a:pathLst>
                  <a:path w="52266" h="25507" extrusionOk="0">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9"/>
              <p:cNvSpPr/>
              <p:nvPr/>
            </p:nvSpPr>
            <p:spPr>
              <a:xfrm>
                <a:off x="2508525" y="824675"/>
                <a:ext cx="1474975" cy="722850"/>
              </a:xfrm>
              <a:custGeom>
                <a:avLst/>
                <a:gdLst/>
                <a:ahLst/>
                <a:cxnLst/>
                <a:rect l="l" t="t" r="r" b="b"/>
                <a:pathLst>
                  <a:path w="58999" h="28914" extrusionOk="0">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2413850" y="804875"/>
                <a:ext cx="1569650" cy="718100"/>
              </a:xfrm>
              <a:custGeom>
                <a:avLst/>
                <a:gdLst/>
                <a:ahLst/>
                <a:cxnLst/>
                <a:rect l="l" t="t" r="r" b="b"/>
                <a:pathLst>
                  <a:path w="62786" h="28724" extrusionOk="0">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2946975" y="1316600"/>
                <a:ext cx="1036525" cy="166775"/>
              </a:xfrm>
              <a:custGeom>
                <a:avLst/>
                <a:gdLst/>
                <a:ahLst/>
                <a:cxnLst/>
                <a:rect l="l" t="t" r="r" b="b"/>
                <a:pathLst>
                  <a:path w="41461" h="6671" extrusionOk="0">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2770325" y="666250"/>
                <a:ext cx="1213175" cy="752550"/>
              </a:xfrm>
              <a:custGeom>
                <a:avLst/>
                <a:gdLst/>
                <a:ahLst/>
                <a:cxnLst/>
                <a:rect l="l" t="t" r="r" b="b"/>
                <a:pathLst>
                  <a:path w="48527" h="30102" extrusionOk="0">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9"/>
              <p:cNvSpPr/>
              <p:nvPr/>
            </p:nvSpPr>
            <p:spPr>
              <a:xfrm>
                <a:off x="2864575" y="798150"/>
                <a:ext cx="1118925" cy="606000"/>
              </a:xfrm>
              <a:custGeom>
                <a:avLst/>
                <a:gdLst/>
                <a:ahLst/>
                <a:cxnLst/>
                <a:rect l="l" t="t" r="r" b="b"/>
                <a:pathLst>
                  <a:path w="44757" h="24240" extrusionOk="0">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9"/>
              <p:cNvSpPr/>
              <p:nvPr/>
            </p:nvSpPr>
            <p:spPr>
              <a:xfrm>
                <a:off x="2857050" y="695175"/>
                <a:ext cx="1126450" cy="684025"/>
              </a:xfrm>
              <a:custGeom>
                <a:avLst/>
                <a:gdLst/>
                <a:ahLst/>
                <a:cxnLst/>
                <a:rect l="l" t="t" r="r" b="b"/>
                <a:pathLst>
                  <a:path w="45058" h="27361" extrusionOk="0">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2567525" y="596950"/>
                <a:ext cx="1415975" cy="728000"/>
              </a:xfrm>
              <a:custGeom>
                <a:avLst/>
                <a:gdLst/>
                <a:ahLst/>
                <a:cxnLst/>
                <a:rect l="l" t="t" r="r" b="b"/>
                <a:pathLst>
                  <a:path w="56639" h="29120" extrusionOk="0">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2357225" y="1123325"/>
                <a:ext cx="46750" cy="46350"/>
              </a:xfrm>
              <a:custGeom>
                <a:avLst/>
                <a:gdLst/>
                <a:ahLst/>
                <a:cxnLst/>
                <a:rect l="l" t="t" r="r" b="b"/>
                <a:pathLst>
                  <a:path w="1870" h="1854" extrusionOk="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2748525" y="633375"/>
                <a:ext cx="46775" cy="46375"/>
              </a:xfrm>
              <a:custGeom>
                <a:avLst/>
                <a:gdLst/>
                <a:ahLst/>
                <a:cxnLst/>
                <a:rect l="l" t="t" r="r" b="b"/>
                <a:pathLst>
                  <a:path w="1871" h="1855" extrusionOk="0">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9"/>
              <p:cNvSpPr/>
              <p:nvPr/>
            </p:nvSpPr>
            <p:spPr>
              <a:xfrm>
                <a:off x="2842800" y="682900"/>
                <a:ext cx="46375" cy="46350"/>
              </a:xfrm>
              <a:custGeom>
                <a:avLst/>
                <a:gdLst/>
                <a:ahLst/>
                <a:cxnLst/>
                <a:rect l="l" t="t" r="r" b="b"/>
                <a:pathLst>
                  <a:path w="1855" h="1854" extrusionOk="0">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9"/>
              <p:cNvSpPr/>
              <p:nvPr/>
            </p:nvSpPr>
            <p:spPr>
              <a:xfrm>
                <a:off x="2530700" y="1148275"/>
                <a:ext cx="46375" cy="46350"/>
              </a:xfrm>
              <a:custGeom>
                <a:avLst/>
                <a:gdLst/>
                <a:ahLst/>
                <a:cxnLst/>
                <a:rect l="l" t="t" r="r" b="b"/>
                <a:pathLst>
                  <a:path w="1855" h="1854" extrusionOk="0">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2916875" y="1286900"/>
                <a:ext cx="46750" cy="46350"/>
              </a:xfrm>
              <a:custGeom>
                <a:avLst/>
                <a:gdLst/>
                <a:ahLst/>
                <a:cxnLst/>
                <a:rect l="l" t="t" r="r" b="b"/>
                <a:pathLst>
                  <a:path w="1870" h="1854" extrusionOk="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2280775" y="1031425"/>
                <a:ext cx="51525" cy="51525"/>
              </a:xfrm>
              <a:custGeom>
                <a:avLst/>
                <a:gdLst/>
                <a:ahLst/>
                <a:cxnLst/>
                <a:rect l="l" t="t" r="r" b="b"/>
                <a:pathLst>
                  <a:path w="2061" h="2061" extrusionOk="0">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9"/>
              <p:cNvSpPr/>
              <p:nvPr/>
            </p:nvSpPr>
            <p:spPr>
              <a:xfrm>
                <a:off x="2364750" y="842900"/>
                <a:ext cx="51525" cy="51925"/>
              </a:xfrm>
              <a:custGeom>
                <a:avLst/>
                <a:gdLst/>
                <a:ahLst/>
                <a:cxnLst/>
                <a:rect l="l" t="t" r="r" b="b"/>
                <a:pathLst>
                  <a:path w="2061" h="2077" extrusionOk="0">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9"/>
              <p:cNvSpPr/>
              <p:nvPr/>
            </p:nvSpPr>
            <p:spPr>
              <a:xfrm>
                <a:off x="2468925" y="9027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2637250" y="892800"/>
                <a:ext cx="51500" cy="51525"/>
              </a:xfrm>
              <a:custGeom>
                <a:avLst/>
                <a:gdLst/>
                <a:ahLst/>
                <a:cxnLst/>
                <a:rect l="l" t="t" r="r" b="b"/>
                <a:pathLst>
                  <a:path w="2060" h="2061" extrusionOk="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2394450" y="952225"/>
                <a:ext cx="51525" cy="51500"/>
              </a:xfrm>
              <a:custGeom>
                <a:avLst/>
                <a:gdLst/>
                <a:ahLst/>
                <a:cxnLst/>
                <a:rect l="l" t="t" r="r" b="b"/>
                <a:pathLst>
                  <a:path w="2061" h="2060" extrusionOk="0">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9"/>
              <p:cNvSpPr/>
              <p:nvPr/>
            </p:nvSpPr>
            <p:spPr>
              <a:xfrm>
                <a:off x="2498625" y="991825"/>
                <a:ext cx="51500" cy="51500"/>
              </a:xfrm>
              <a:custGeom>
                <a:avLst/>
                <a:gdLst/>
                <a:ahLst/>
                <a:cxnLst/>
                <a:rect l="l" t="t" r="r" b="b"/>
                <a:pathLst>
                  <a:path w="2060" h="2060" extrusionOk="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9"/>
              <p:cNvSpPr/>
              <p:nvPr/>
            </p:nvSpPr>
            <p:spPr>
              <a:xfrm>
                <a:off x="2840025" y="749025"/>
                <a:ext cx="51525" cy="51525"/>
              </a:xfrm>
              <a:custGeom>
                <a:avLst/>
                <a:gdLst/>
                <a:ahLst/>
                <a:cxnLst/>
                <a:rect l="l" t="t" r="r" b="b"/>
                <a:pathLst>
                  <a:path w="2061" h="2061" extrusionOk="0">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2518425" y="570800"/>
                <a:ext cx="51500" cy="51525"/>
              </a:xfrm>
              <a:custGeom>
                <a:avLst/>
                <a:gdLst/>
                <a:ahLst/>
                <a:cxnLst/>
                <a:rect l="l" t="t" r="r" b="b"/>
                <a:pathLst>
                  <a:path w="2060" h="2061" extrusionOk="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67" name="Google Shape;1467;p29"/>
            <p:cNvPicPr preferRelativeResize="0"/>
            <p:nvPr/>
          </p:nvPicPr>
          <p:blipFill>
            <a:blip r:embed="rId3">
              <a:alphaModFix amt="40000"/>
            </a:blip>
            <a:stretch>
              <a:fillRect/>
            </a:stretch>
          </p:blipFill>
          <p:spPr>
            <a:xfrm>
              <a:off x="7093325" y="742825"/>
              <a:ext cx="1177350" cy="1177350"/>
            </a:xfrm>
            <a:prstGeom prst="rect">
              <a:avLst/>
            </a:prstGeom>
            <a:noFill/>
            <a:ln>
              <a:noFill/>
            </a:ln>
          </p:spPr>
        </p:pic>
        <p:pic>
          <p:nvPicPr>
            <p:cNvPr id="1468" name="Google Shape;1468;p29"/>
            <p:cNvPicPr preferRelativeResize="0"/>
            <p:nvPr/>
          </p:nvPicPr>
          <p:blipFill>
            <a:blip r:embed="rId3">
              <a:alphaModFix amt="40000"/>
            </a:blip>
            <a:stretch>
              <a:fillRect/>
            </a:stretch>
          </p:blipFill>
          <p:spPr>
            <a:xfrm>
              <a:off x="7840225" y="-149525"/>
              <a:ext cx="1177350" cy="1177350"/>
            </a:xfrm>
            <a:prstGeom prst="rect">
              <a:avLst/>
            </a:prstGeom>
            <a:noFill/>
            <a:ln>
              <a:noFill/>
            </a:ln>
          </p:spPr>
        </p:pic>
        <p:pic>
          <p:nvPicPr>
            <p:cNvPr id="1469" name="Google Shape;1469;p29"/>
            <p:cNvPicPr preferRelativeResize="0"/>
            <p:nvPr/>
          </p:nvPicPr>
          <p:blipFill>
            <a:blip r:embed="rId3">
              <a:alphaModFix amt="40000"/>
            </a:blip>
            <a:stretch>
              <a:fillRect/>
            </a:stretch>
          </p:blipFill>
          <p:spPr>
            <a:xfrm>
              <a:off x="8126000" y="1027825"/>
              <a:ext cx="1177350" cy="1177350"/>
            </a:xfrm>
            <a:prstGeom prst="rect">
              <a:avLst/>
            </a:prstGeom>
            <a:noFill/>
            <a:ln>
              <a:noFill/>
            </a:ln>
          </p:spPr>
        </p:pic>
      </p:grpSp>
      <p:grpSp>
        <p:nvGrpSpPr>
          <p:cNvPr id="1470" name="Google Shape;1470;p29"/>
          <p:cNvGrpSpPr/>
          <p:nvPr/>
        </p:nvGrpSpPr>
        <p:grpSpPr>
          <a:xfrm>
            <a:off x="-1312494" y="155294"/>
            <a:ext cx="3417969" cy="1688482"/>
            <a:chOff x="-1312494" y="155294"/>
            <a:chExt cx="3417969" cy="1688482"/>
          </a:xfrm>
        </p:grpSpPr>
        <p:grpSp>
          <p:nvGrpSpPr>
            <p:cNvPr id="1471" name="Google Shape;1471;p29"/>
            <p:cNvGrpSpPr/>
            <p:nvPr/>
          </p:nvGrpSpPr>
          <p:grpSpPr>
            <a:xfrm>
              <a:off x="-1312494" y="155294"/>
              <a:ext cx="2907181" cy="1177348"/>
              <a:chOff x="2442775" y="3274750"/>
              <a:chExt cx="1690025" cy="684425"/>
            </a:xfrm>
          </p:grpSpPr>
          <p:sp>
            <p:nvSpPr>
              <p:cNvPr id="1472" name="Google Shape;1472;p29"/>
              <p:cNvSpPr/>
              <p:nvPr/>
            </p:nvSpPr>
            <p:spPr>
              <a:xfrm>
                <a:off x="2683575" y="3475550"/>
                <a:ext cx="870175" cy="445600"/>
              </a:xfrm>
              <a:custGeom>
                <a:avLst/>
                <a:gdLst/>
                <a:ahLst/>
                <a:cxnLst/>
                <a:rect l="l" t="t" r="r" b="b"/>
                <a:pathLst>
                  <a:path w="34807" h="17824" extrusionOk="0">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9"/>
              <p:cNvSpPr/>
              <p:nvPr/>
            </p:nvSpPr>
            <p:spPr>
              <a:xfrm>
                <a:off x="3728800" y="3776950"/>
                <a:ext cx="359650" cy="139050"/>
              </a:xfrm>
              <a:custGeom>
                <a:avLst/>
                <a:gdLst/>
                <a:ahLst/>
                <a:cxnLst/>
                <a:rect l="l" t="t" r="r" b="b"/>
                <a:pathLst>
                  <a:path w="14386" h="5562" extrusionOk="0">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9"/>
              <p:cNvSpPr/>
              <p:nvPr/>
            </p:nvSpPr>
            <p:spPr>
              <a:xfrm>
                <a:off x="2739025" y="3416125"/>
                <a:ext cx="1218725" cy="460275"/>
              </a:xfrm>
              <a:custGeom>
                <a:avLst/>
                <a:gdLst/>
                <a:ahLst/>
                <a:cxnLst/>
                <a:rect l="l" t="t" r="r" b="b"/>
                <a:pathLst>
                  <a:path w="48749" h="18411" extrusionOk="0">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2696650" y="3396325"/>
                <a:ext cx="1145050" cy="383025"/>
              </a:xfrm>
              <a:custGeom>
                <a:avLst/>
                <a:gdLst/>
                <a:ahLst/>
                <a:cxnLst/>
                <a:rect l="l" t="t" r="r" b="b"/>
                <a:pathLst>
                  <a:path w="45802" h="15321" extrusionOk="0">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2491100" y="3376525"/>
                <a:ext cx="1412375" cy="386200"/>
              </a:xfrm>
              <a:custGeom>
                <a:avLst/>
                <a:gdLst/>
                <a:ahLst/>
                <a:cxnLst/>
                <a:rect l="l" t="t" r="r" b="b"/>
                <a:pathLst>
                  <a:path w="56495" h="15448" extrusionOk="0">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3040050" y="3312775"/>
                <a:ext cx="532725" cy="192500"/>
              </a:xfrm>
              <a:custGeom>
                <a:avLst/>
                <a:gdLst/>
                <a:ahLst/>
                <a:cxnLst/>
                <a:rect l="l" t="t" r="r" b="b"/>
                <a:pathLst>
                  <a:path w="21309" h="7700" extrusionOk="0">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9"/>
              <p:cNvSpPr/>
              <p:nvPr/>
            </p:nvSpPr>
            <p:spPr>
              <a:xfrm>
                <a:off x="2618225" y="3346825"/>
                <a:ext cx="692750" cy="168350"/>
              </a:xfrm>
              <a:custGeom>
                <a:avLst/>
                <a:gdLst/>
                <a:ahLst/>
                <a:cxnLst/>
                <a:rect l="l" t="t" r="r" b="b"/>
                <a:pathLst>
                  <a:path w="27710" h="6734" extrusionOk="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9"/>
              <p:cNvSpPr/>
              <p:nvPr/>
            </p:nvSpPr>
            <p:spPr>
              <a:xfrm>
                <a:off x="3526800" y="3912800"/>
                <a:ext cx="46375" cy="46375"/>
              </a:xfrm>
              <a:custGeom>
                <a:avLst/>
                <a:gdLst/>
                <a:ahLst/>
                <a:cxnLst/>
                <a:rect l="l" t="t" r="r" b="b"/>
                <a:pathLst>
                  <a:path w="1855" h="1855" extrusionOk="0">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9"/>
              <p:cNvSpPr/>
              <p:nvPr/>
            </p:nvSpPr>
            <p:spPr>
              <a:xfrm>
                <a:off x="4086050" y="3828450"/>
                <a:ext cx="46750" cy="46750"/>
              </a:xfrm>
              <a:custGeom>
                <a:avLst/>
                <a:gdLst/>
                <a:ahLst/>
                <a:cxnLst/>
                <a:rect l="l" t="t" r="r" b="b"/>
                <a:pathLst>
                  <a:path w="1870" h="1870" extrusionOk="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9"/>
              <p:cNvSpPr/>
              <p:nvPr/>
            </p:nvSpPr>
            <p:spPr>
              <a:xfrm>
                <a:off x="2670500" y="3427625"/>
                <a:ext cx="46375" cy="46350"/>
              </a:xfrm>
              <a:custGeom>
                <a:avLst/>
                <a:gdLst/>
                <a:ahLst/>
                <a:cxnLst/>
                <a:rect l="l" t="t" r="r" b="b"/>
                <a:pathLst>
                  <a:path w="1855" h="1854" extrusionOk="0">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9"/>
              <p:cNvSpPr/>
              <p:nvPr/>
            </p:nvSpPr>
            <p:spPr>
              <a:xfrm>
                <a:off x="3289175" y="3487025"/>
                <a:ext cx="46350" cy="46375"/>
              </a:xfrm>
              <a:custGeom>
                <a:avLst/>
                <a:gdLst/>
                <a:ahLst/>
                <a:cxnLst/>
                <a:rect l="l" t="t" r="r" b="b"/>
                <a:pathLst>
                  <a:path w="1854" h="1855" extrusionOk="0">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9"/>
              <p:cNvSpPr/>
              <p:nvPr/>
            </p:nvSpPr>
            <p:spPr>
              <a:xfrm>
                <a:off x="3002025" y="3274750"/>
                <a:ext cx="46750" cy="46750"/>
              </a:xfrm>
              <a:custGeom>
                <a:avLst/>
                <a:gdLst/>
                <a:ahLst/>
                <a:cxnLst/>
                <a:rect l="l" t="t" r="r" b="b"/>
                <a:pathLst>
                  <a:path w="1870" h="1870" extrusionOk="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9"/>
              <p:cNvSpPr/>
              <p:nvPr/>
            </p:nvSpPr>
            <p:spPr>
              <a:xfrm>
                <a:off x="3625825" y="3675175"/>
                <a:ext cx="46350" cy="46350"/>
              </a:xfrm>
              <a:custGeom>
                <a:avLst/>
                <a:gdLst/>
                <a:ahLst/>
                <a:cxnLst/>
                <a:rect l="l" t="t" r="r" b="b"/>
                <a:pathLst>
                  <a:path w="1854"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9"/>
              <p:cNvSpPr/>
              <p:nvPr/>
            </p:nvSpPr>
            <p:spPr>
              <a:xfrm>
                <a:off x="3699875" y="3754375"/>
                <a:ext cx="46775" cy="46375"/>
              </a:xfrm>
              <a:custGeom>
                <a:avLst/>
                <a:gdLst/>
                <a:ahLst/>
                <a:cxnLst/>
                <a:rect l="l" t="t" r="r" b="b"/>
                <a:pathLst>
                  <a:path w="1871" h="1855" extrusionOk="0">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9"/>
              <p:cNvSpPr/>
              <p:nvPr/>
            </p:nvSpPr>
            <p:spPr>
              <a:xfrm>
                <a:off x="3954950" y="3816175"/>
                <a:ext cx="51500" cy="51500"/>
              </a:xfrm>
              <a:custGeom>
                <a:avLst/>
                <a:gdLst/>
                <a:ahLst/>
                <a:cxnLst/>
                <a:rect l="l" t="t" r="r" b="b"/>
                <a:pathLst>
                  <a:path w="2060" h="2060" extrusionOk="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9"/>
              <p:cNvSpPr/>
              <p:nvPr/>
            </p:nvSpPr>
            <p:spPr>
              <a:xfrm>
                <a:off x="3900675" y="3731800"/>
                <a:ext cx="51525" cy="51525"/>
              </a:xfrm>
              <a:custGeom>
                <a:avLst/>
                <a:gdLst/>
                <a:ahLst/>
                <a:cxnLst/>
                <a:rect l="l" t="t" r="r" b="b"/>
                <a:pathLst>
                  <a:path w="2061" h="2061" extrusionOk="0">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9"/>
              <p:cNvSpPr/>
              <p:nvPr/>
            </p:nvSpPr>
            <p:spPr>
              <a:xfrm>
                <a:off x="3826225" y="3771400"/>
                <a:ext cx="51525" cy="51525"/>
              </a:xfrm>
              <a:custGeom>
                <a:avLst/>
                <a:gdLst/>
                <a:ahLst/>
                <a:cxnLst/>
                <a:rect l="l" t="t" r="r" b="b"/>
                <a:pathLst>
                  <a:path w="2061" h="2061" extrusionOk="0">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9"/>
              <p:cNvSpPr/>
              <p:nvPr/>
            </p:nvSpPr>
            <p:spPr>
              <a:xfrm>
                <a:off x="3360850" y="3410200"/>
                <a:ext cx="51525" cy="51500"/>
              </a:xfrm>
              <a:custGeom>
                <a:avLst/>
                <a:gdLst/>
                <a:ahLst/>
                <a:cxnLst/>
                <a:rect l="l" t="t" r="r" b="b"/>
                <a:pathLst>
                  <a:path w="2061" h="2060" extrusionOk="0">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9"/>
              <p:cNvSpPr/>
              <p:nvPr/>
            </p:nvSpPr>
            <p:spPr>
              <a:xfrm>
                <a:off x="2442775" y="3353175"/>
                <a:ext cx="51525" cy="51500"/>
              </a:xfrm>
              <a:custGeom>
                <a:avLst/>
                <a:gdLst/>
                <a:ahLst/>
                <a:cxnLst/>
                <a:rect l="l" t="t" r="r" b="b"/>
                <a:pathLst>
                  <a:path w="2061" h="2060" extrusionOk="0">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9"/>
              <p:cNvSpPr/>
              <p:nvPr/>
            </p:nvSpPr>
            <p:spPr>
              <a:xfrm>
                <a:off x="2569525" y="3318300"/>
                <a:ext cx="51500" cy="51925"/>
              </a:xfrm>
              <a:custGeom>
                <a:avLst/>
                <a:gdLst/>
                <a:ahLst/>
                <a:cxnLst/>
                <a:rect l="l" t="t" r="r" b="b"/>
                <a:pathLst>
                  <a:path w="2060" h="2077" extrusionOk="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9"/>
              <p:cNvSpPr/>
              <p:nvPr/>
            </p:nvSpPr>
            <p:spPr>
              <a:xfrm>
                <a:off x="2634875" y="3515950"/>
                <a:ext cx="51500" cy="51500"/>
              </a:xfrm>
              <a:custGeom>
                <a:avLst/>
                <a:gdLst/>
                <a:ahLst/>
                <a:cxnLst/>
                <a:rect l="l" t="t" r="r" b="b"/>
                <a:pathLst>
                  <a:path w="2060" h="2060" extrusionOk="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93" name="Google Shape;1493;p29"/>
            <p:cNvPicPr preferRelativeResize="0"/>
            <p:nvPr/>
          </p:nvPicPr>
          <p:blipFill>
            <a:blip r:embed="rId3">
              <a:alphaModFix amt="40000"/>
            </a:blip>
            <a:stretch>
              <a:fillRect/>
            </a:stretch>
          </p:blipFill>
          <p:spPr>
            <a:xfrm>
              <a:off x="0" y="666425"/>
              <a:ext cx="1177350" cy="1177350"/>
            </a:xfrm>
            <a:prstGeom prst="rect">
              <a:avLst/>
            </a:prstGeom>
            <a:noFill/>
            <a:ln>
              <a:noFill/>
            </a:ln>
          </p:spPr>
        </p:pic>
        <p:pic>
          <p:nvPicPr>
            <p:cNvPr id="1494" name="Google Shape;1494;p29"/>
            <p:cNvPicPr preferRelativeResize="0"/>
            <p:nvPr/>
          </p:nvPicPr>
          <p:blipFill>
            <a:blip r:embed="rId3">
              <a:alphaModFix amt="40000"/>
            </a:blip>
            <a:stretch>
              <a:fillRect/>
            </a:stretch>
          </p:blipFill>
          <p:spPr>
            <a:xfrm>
              <a:off x="928125" y="535000"/>
              <a:ext cx="1177350" cy="1177350"/>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98"/>
        <p:cNvGrpSpPr/>
        <p:nvPr/>
      </p:nvGrpSpPr>
      <p:grpSpPr>
        <a:xfrm>
          <a:off x="0" y="0"/>
          <a:ext cx="0" cy="0"/>
          <a:chOff x="0" y="0"/>
          <a:chExt cx="0" cy="0"/>
        </a:xfrm>
      </p:grpSpPr>
      <p:sp>
        <p:nvSpPr>
          <p:cNvPr id="1499" name="Google Shape;1499;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dirty="0">
                <a:latin typeface="OCR A Extended" panose="02010509020102010303" pitchFamily="50" charset="0"/>
              </a:rPr>
              <a:t>Table </a:t>
            </a:r>
            <a:r>
              <a:rPr lang="es-419" dirty="0" err="1">
                <a:latin typeface="OCR A Extended" panose="02010509020102010303" pitchFamily="50" charset="0"/>
              </a:rPr>
              <a:t>of</a:t>
            </a:r>
            <a:r>
              <a:rPr lang="es-419" dirty="0">
                <a:latin typeface="OCR A Extended" panose="02010509020102010303" pitchFamily="50" charset="0"/>
              </a:rPr>
              <a:t> </a:t>
            </a:r>
            <a:r>
              <a:rPr lang="es-419" dirty="0" err="1">
                <a:latin typeface="OCR A Extended" panose="02010509020102010303" pitchFamily="50" charset="0"/>
              </a:rPr>
              <a:t>Contents</a:t>
            </a:r>
            <a:r>
              <a:rPr lang="es-419" dirty="0">
                <a:latin typeface="OCR A Extended" panose="02010509020102010303" pitchFamily="50" charset="0"/>
              </a:rPr>
              <a:t>:</a:t>
            </a:r>
            <a:endParaRPr dirty="0">
              <a:latin typeface="OCR A Extended" panose="02010509020102010303" pitchFamily="50" charset="0"/>
            </a:endParaRPr>
          </a:p>
        </p:txBody>
      </p:sp>
      <p:sp>
        <p:nvSpPr>
          <p:cNvPr id="1500" name="Google Shape;1500;p30"/>
          <p:cNvSpPr txBox="1">
            <a:spLocks noGrp="1"/>
          </p:cNvSpPr>
          <p:nvPr>
            <p:ph type="body" idx="1"/>
          </p:nvPr>
        </p:nvSpPr>
        <p:spPr>
          <a:xfrm>
            <a:off x="720000" y="1152475"/>
            <a:ext cx="7704000" cy="35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t>Delve into the world of technology and learn more about Computer Science as a discipline:</a:t>
            </a:r>
            <a:endParaRPr sz="1200" dirty="0"/>
          </a:p>
        </p:txBody>
      </p:sp>
      <p:graphicFrame>
        <p:nvGraphicFramePr>
          <p:cNvPr id="1501" name="Google Shape;1501;p30"/>
          <p:cNvGraphicFramePr/>
          <p:nvPr>
            <p:extLst>
              <p:ext uri="{D42A27DB-BD31-4B8C-83A1-F6EECF244321}">
                <p14:modId xmlns:p14="http://schemas.microsoft.com/office/powerpoint/2010/main" val="1249391642"/>
              </p:ext>
            </p:extLst>
          </p:nvPr>
        </p:nvGraphicFramePr>
        <p:xfrm>
          <a:off x="944905" y="1734299"/>
          <a:ext cx="7848363" cy="1807625"/>
        </p:xfrm>
        <a:graphic>
          <a:graphicData uri="http://schemas.openxmlformats.org/drawingml/2006/table">
            <a:tbl>
              <a:tblPr>
                <a:noFill/>
                <a:tableStyleId>{7540CC91-BC77-46CA-94BD-9E46A234E00A}</a:tableStyleId>
              </a:tblPr>
              <a:tblGrid>
                <a:gridCol w="2635538">
                  <a:extLst>
                    <a:ext uri="{9D8B030D-6E8A-4147-A177-3AD203B41FA5}">
                      <a16:colId xmlns:a16="http://schemas.microsoft.com/office/drawing/2014/main" val="20000"/>
                    </a:ext>
                  </a:extLst>
                </a:gridCol>
                <a:gridCol w="5212825">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s-419" sz="1000" b="1" u="sng" dirty="0" err="1">
                          <a:solidFill>
                            <a:schemeClr val="dk1"/>
                          </a:solidFill>
                          <a:latin typeface="Aldrich"/>
                          <a:ea typeface="Aldrich"/>
                          <a:cs typeface="Aldrich"/>
                          <a:sym typeface="Aldrich"/>
                          <a:hlinkClick r:id="rId3" action="ppaction://hlinksldjump"/>
                        </a:rPr>
                        <a:t>Computer</a:t>
                      </a:r>
                      <a:r>
                        <a:rPr lang="es-419" sz="1000" b="1" u="sng" dirty="0">
                          <a:solidFill>
                            <a:schemeClr val="dk1"/>
                          </a:solidFill>
                          <a:latin typeface="Aldrich"/>
                          <a:ea typeface="Aldrich"/>
                          <a:cs typeface="Aldrich"/>
                          <a:sym typeface="Aldrich"/>
                          <a:hlinkClick r:id="rId3" action="ppaction://hlinksldjump"/>
                        </a:rPr>
                        <a:t> </a:t>
                      </a:r>
                      <a:r>
                        <a:rPr lang="es-419" sz="1000" b="1" u="sng" dirty="0" err="1">
                          <a:solidFill>
                            <a:schemeClr val="dk1"/>
                          </a:solidFill>
                          <a:latin typeface="Aldrich"/>
                          <a:ea typeface="Aldrich"/>
                          <a:cs typeface="Aldrich"/>
                          <a:sym typeface="Aldrich"/>
                          <a:hlinkClick r:id="rId3" action="ppaction://hlinksldjump"/>
                        </a:rPr>
                        <a:t>Science</a:t>
                      </a:r>
                      <a:r>
                        <a:rPr lang="es-419" sz="1000" b="1" u="sng" dirty="0">
                          <a:solidFill>
                            <a:schemeClr val="dk1"/>
                          </a:solidFill>
                          <a:latin typeface="Aldrich"/>
                          <a:ea typeface="Aldrich"/>
                          <a:cs typeface="Aldrich"/>
                          <a:sym typeface="Aldrich"/>
                          <a:hlinkClick r:id="rId3" action="ppaction://hlinksldjump"/>
                        </a:rPr>
                        <a:t> as a Discipline</a:t>
                      </a:r>
                      <a:endParaRPr sz="1000" b="1" u="sng" dirty="0">
                        <a:solidFill>
                          <a:schemeClr val="dk1"/>
                        </a:solidFill>
                        <a:latin typeface="Aldrich"/>
                        <a:ea typeface="Aldrich"/>
                        <a:cs typeface="Aldrich"/>
                        <a:sym typeface="Aldrich"/>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s-419" sz="1000" dirty="0" err="1">
                          <a:solidFill>
                            <a:schemeClr val="dk1"/>
                          </a:solidFill>
                          <a:latin typeface="Saira"/>
                          <a:ea typeface="Saira"/>
                          <a:cs typeface="Saira"/>
                          <a:sym typeface="Saira"/>
                          <a:hlinkClick r:id="rId3" action="ppaction://hlinksldjump"/>
                        </a:rPr>
                        <a:t>What</a:t>
                      </a:r>
                      <a:r>
                        <a:rPr lang="es-419" sz="1000" dirty="0">
                          <a:solidFill>
                            <a:schemeClr val="dk1"/>
                          </a:solidFill>
                          <a:latin typeface="Saira"/>
                          <a:ea typeface="Saira"/>
                          <a:cs typeface="Saira"/>
                          <a:sym typeface="Saira"/>
                          <a:hlinkClick r:id="rId3" action="ppaction://hlinksldjump"/>
                        </a:rPr>
                        <a:t> </a:t>
                      </a:r>
                      <a:r>
                        <a:rPr lang="es-419" sz="1000" dirty="0" err="1">
                          <a:solidFill>
                            <a:schemeClr val="dk1"/>
                          </a:solidFill>
                          <a:latin typeface="Saira"/>
                          <a:ea typeface="Saira"/>
                          <a:cs typeface="Saira"/>
                          <a:sym typeface="Saira"/>
                          <a:hlinkClick r:id="rId3" action="ppaction://hlinksldjump"/>
                        </a:rPr>
                        <a:t>is</a:t>
                      </a:r>
                      <a:r>
                        <a:rPr lang="es-419" sz="1000" dirty="0">
                          <a:solidFill>
                            <a:schemeClr val="dk1"/>
                          </a:solidFill>
                          <a:latin typeface="Saira"/>
                          <a:ea typeface="Saira"/>
                          <a:cs typeface="Saira"/>
                          <a:sym typeface="Saira"/>
                          <a:hlinkClick r:id="rId3" action="ppaction://hlinksldjump"/>
                        </a:rPr>
                        <a:t> </a:t>
                      </a:r>
                      <a:r>
                        <a:rPr lang="es-419" sz="1000" dirty="0" err="1">
                          <a:solidFill>
                            <a:schemeClr val="dk1"/>
                          </a:solidFill>
                          <a:latin typeface="Saira"/>
                          <a:ea typeface="Saira"/>
                          <a:cs typeface="Saira"/>
                          <a:sym typeface="Saira"/>
                          <a:hlinkClick r:id="rId3" action="ppaction://hlinksldjump"/>
                        </a:rPr>
                        <a:t>computer</a:t>
                      </a:r>
                      <a:r>
                        <a:rPr lang="es-419" sz="1000" dirty="0">
                          <a:solidFill>
                            <a:schemeClr val="dk1"/>
                          </a:solidFill>
                          <a:latin typeface="Saira"/>
                          <a:ea typeface="Saira"/>
                          <a:cs typeface="Saira"/>
                          <a:sym typeface="Saira"/>
                          <a:hlinkClick r:id="rId3" action="ppaction://hlinksldjump"/>
                        </a:rPr>
                        <a:t> </a:t>
                      </a:r>
                      <a:r>
                        <a:rPr lang="es-419" sz="1000" dirty="0" err="1">
                          <a:solidFill>
                            <a:schemeClr val="dk1"/>
                          </a:solidFill>
                          <a:latin typeface="Saira"/>
                          <a:ea typeface="Saira"/>
                          <a:cs typeface="Saira"/>
                          <a:sym typeface="Saira"/>
                          <a:hlinkClick r:id="rId3" action="ppaction://hlinksldjump"/>
                        </a:rPr>
                        <a:t>science</a:t>
                      </a:r>
                      <a:r>
                        <a:rPr lang="es-419" sz="1000" dirty="0">
                          <a:solidFill>
                            <a:schemeClr val="dk1"/>
                          </a:solidFill>
                          <a:latin typeface="Saira"/>
                          <a:ea typeface="Saira"/>
                          <a:cs typeface="Saira"/>
                          <a:sym typeface="Saira"/>
                          <a:hlinkClick r:id="rId3" action="ppaction://hlinksldjump"/>
                        </a:rPr>
                        <a:t> and </a:t>
                      </a:r>
                      <a:r>
                        <a:rPr lang="es-419" sz="1000" dirty="0" err="1">
                          <a:solidFill>
                            <a:schemeClr val="dk1"/>
                          </a:solidFill>
                          <a:latin typeface="Saira"/>
                          <a:ea typeface="Saira"/>
                          <a:cs typeface="Saira"/>
                          <a:sym typeface="Saira"/>
                          <a:hlinkClick r:id="rId3" action="ppaction://hlinksldjump"/>
                        </a:rPr>
                        <a:t>what</a:t>
                      </a:r>
                      <a:r>
                        <a:rPr lang="es-419" sz="1000" dirty="0">
                          <a:solidFill>
                            <a:schemeClr val="dk1"/>
                          </a:solidFill>
                          <a:latin typeface="Saira"/>
                          <a:ea typeface="Saira"/>
                          <a:cs typeface="Saira"/>
                          <a:sym typeface="Saira"/>
                          <a:hlinkClick r:id="rId3" action="ppaction://hlinksldjump"/>
                        </a:rPr>
                        <a:t> </a:t>
                      </a:r>
                      <a:r>
                        <a:rPr lang="es-419" sz="1000" dirty="0" err="1">
                          <a:solidFill>
                            <a:schemeClr val="dk1"/>
                          </a:solidFill>
                          <a:latin typeface="Saira"/>
                          <a:ea typeface="Saira"/>
                          <a:cs typeface="Saira"/>
                          <a:sym typeface="Saira"/>
                          <a:hlinkClick r:id="rId3" action="ppaction://hlinksldjump"/>
                        </a:rPr>
                        <a:t>type</a:t>
                      </a:r>
                      <a:r>
                        <a:rPr lang="es-419" sz="1000" dirty="0">
                          <a:solidFill>
                            <a:schemeClr val="dk1"/>
                          </a:solidFill>
                          <a:latin typeface="Saira"/>
                          <a:ea typeface="Saira"/>
                          <a:cs typeface="Saira"/>
                          <a:sym typeface="Saira"/>
                          <a:hlinkClick r:id="rId3" action="ppaction://hlinksldjump"/>
                        </a:rPr>
                        <a:t> </a:t>
                      </a:r>
                      <a:r>
                        <a:rPr lang="es-419" sz="1000" dirty="0" err="1">
                          <a:solidFill>
                            <a:schemeClr val="dk1"/>
                          </a:solidFill>
                          <a:latin typeface="Saira"/>
                          <a:ea typeface="Saira"/>
                          <a:cs typeface="Saira"/>
                          <a:sym typeface="Saira"/>
                          <a:hlinkClick r:id="rId3" action="ppaction://hlinksldjump"/>
                        </a:rPr>
                        <a:t>of</a:t>
                      </a:r>
                      <a:r>
                        <a:rPr lang="es-419" sz="1000" dirty="0">
                          <a:solidFill>
                            <a:schemeClr val="dk1"/>
                          </a:solidFill>
                          <a:latin typeface="Saira"/>
                          <a:ea typeface="Saira"/>
                          <a:cs typeface="Saira"/>
                          <a:sym typeface="Saira"/>
                          <a:hlinkClick r:id="rId3" action="ppaction://hlinksldjump"/>
                        </a:rPr>
                        <a:t> discipline </a:t>
                      </a:r>
                      <a:r>
                        <a:rPr lang="es-419" sz="1000" dirty="0" err="1">
                          <a:solidFill>
                            <a:schemeClr val="dk1"/>
                          </a:solidFill>
                          <a:latin typeface="Saira"/>
                          <a:ea typeface="Saira"/>
                          <a:cs typeface="Saira"/>
                          <a:sym typeface="Saira"/>
                          <a:hlinkClick r:id="rId3" action="ppaction://hlinksldjump"/>
                        </a:rPr>
                        <a:t>is</a:t>
                      </a:r>
                      <a:r>
                        <a:rPr lang="es-419" sz="1000" dirty="0">
                          <a:solidFill>
                            <a:schemeClr val="dk1"/>
                          </a:solidFill>
                          <a:latin typeface="Saira"/>
                          <a:ea typeface="Saira"/>
                          <a:cs typeface="Saira"/>
                          <a:sym typeface="Saira"/>
                          <a:hlinkClick r:id="rId3" action="ppaction://hlinksldjump"/>
                        </a:rPr>
                        <a:t> </a:t>
                      </a:r>
                      <a:r>
                        <a:rPr lang="es-419" sz="1000" dirty="0" err="1">
                          <a:solidFill>
                            <a:schemeClr val="dk1"/>
                          </a:solidFill>
                          <a:latin typeface="Saira"/>
                          <a:ea typeface="Saira"/>
                          <a:cs typeface="Saira"/>
                          <a:sym typeface="Saira"/>
                          <a:hlinkClick r:id="rId3" action="ppaction://hlinksldjump"/>
                        </a:rPr>
                        <a:t>it</a:t>
                      </a:r>
                      <a:r>
                        <a:rPr lang="es-419" sz="1000" dirty="0">
                          <a:solidFill>
                            <a:schemeClr val="dk1"/>
                          </a:solidFill>
                          <a:latin typeface="Saira"/>
                          <a:ea typeface="Saira"/>
                          <a:cs typeface="Saira"/>
                          <a:sym typeface="Saira"/>
                          <a:hlinkClick r:id="rId3" action="ppaction://hlinksldjump"/>
                        </a:rPr>
                        <a:t>?</a:t>
                      </a:r>
                      <a:endParaRPr sz="1000" dirty="0">
                        <a:solidFill>
                          <a:schemeClr val="dk1"/>
                        </a:solidFill>
                        <a:latin typeface="Saira"/>
                        <a:ea typeface="Saira"/>
                        <a:cs typeface="Saira"/>
                        <a:sym typeface="Saira"/>
                      </a:endParaRPr>
                    </a:p>
                  </a:txBody>
                  <a:tcPr marL="91425" marR="91425"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s-419" sz="1000" b="1" u="sng" dirty="0" err="1">
                          <a:solidFill>
                            <a:schemeClr val="dk1"/>
                          </a:solidFill>
                          <a:latin typeface="Aldrich"/>
                          <a:ea typeface="Aldrich"/>
                          <a:cs typeface="Aldrich"/>
                          <a:sym typeface="Aldrich"/>
                          <a:hlinkClick r:id="rId4" action="ppaction://hlinksldjump"/>
                        </a:rPr>
                        <a:t>The</a:t>
                      </a:r>
                      <a:r>
                        <a:rPr lang="es-419" sz="1000" b="1" u="sng" dirty="0">
                          <a:solidFill>
                            <a:schemeClr val="dk1"/>
                          </a:solidFill>
                          <a:latin typeface="Aldrich"/>
                          <a:ea typeface="Aldrich"/>
                          <a:cs typeface="Aldrich"/>
                          <a:sym typeface="Aldrich"/>
                          <a:hlinkClick r:id="rId4" action="ppaction://hlinksldjump"/>
                        </a:rPr>
                        <a:t> </a:t>
                      </a:r>
                      <a:r>
                        <a:rPr lang="es-419" sz="1000" b="1" u="sng" dirty="0" err="1">
                          <a:solidFill>
                            <a:schemeClr val="dk1"/>
                          </a:solidFill>
                          <a:latin typeface="Aldrich"/>
                          <a:ea typeface="Aldrich"/>
                          <a:cs typeface="Aldrich"/>
                          <a:sym typeface="Aldrich"/>
                          <a:hlinkClick r:id="rId4" action="ppaction://hlinksldjump"/>
                        </a:rPr>
                        <a:t>different</a:t>
                      </a:r>
                      <a:r>
                        <a:rPr lang="es-419" sz="1000" b="1" u="sng" dirty="0">
                          <a:solidFill>
                            <a:schemeClr val="dk1"/>
                          </a:solidFill>
                          <a:latin typeface="Aldrich"/>
                          <a:ea typeface="Aldrich"/>
                          <a:cs typeface="Aldrich"/>
                          <a:sym typeface="Aldrich"/>
                          <a:hlinkClick r:id="rId4" action="ppaction://hlinksldjump"/>
                        </a:rPr>
                        <a:t> </a:t>
                      </a:r>
                      <a:r>
                        <a:rPr lang="es-419" sz="1000" b="1" u="sng" dirty="0" err="1">
                          <a:solidFill>
                            <a:schemeClr val="dk1"/>
                          </a:solidFill>
                          <a:latin typeface="Aldrich"/>
                          <a:ea typeface="Aldrich"/>
                          <a:cs typeface="Aldrich"/>
                          <a:sym typeface="Aldrich"/>
                          <a:hlinkClick r:id="rId4" action="ppaction://hlinksldjump"/>
                        </a:rPr>
                        <a:t>Computer</a:t>
                      </a:r>
                      <a:r>
                        <a:rPr lang="es-419" sz="1000" b="1" u="sng" dirty="0">
                          <a:solidFill>
                            <a:schemeClr val="dk1"/>
                          </a:solidFill>
                          <a:latin typeface="Aldrich"/>
                          <a:ea typeface="Aldrich"/>
                          <a:cs typeface="Aldrich"/>
                          <a:sym typeface="Aldrich"/>
                          <a:hlinkClick r:id="rId4" action="ppaction://hlinksldjump"/>
                        </a:rPr>
                        <a:t> </a:t>
                      </a:r>
                      <a:r>
                        <a:rPr lang="es-419" sz="1000" b="1" u="sng" dirty="0" err="1">
                          <a:solidFill>
                            <a:schemeClr val="dk1"/>
                          </a:solidFill>
                          <a:latin typeface="Aldrich"/>
                          <a:ea typeface="Aldrich"/>
                          <a:cs typeface="Aldrich"/>
                          <a:sym typeface="Aldrich"/>
                          <a:hlinkClick r:id="rId4" action="ppaction://hlinksldjump"/>
                        </a:rPr>
                        <a:t>Discplines</a:t>
                      </a:r>
                      <a:r>
                        <a:rPr lang="es-419" sz="1000" b="1" u="sng" dirty="0">
                          <a:solidFill>
                            <a:schemeClr val="dk1"/>
                          </a:solidFill>
                          <a:latin typeface="Aldrich"/>
                          <a:ea typeface="Aldrich"/>
                          <a:cs typeface="Aldrich"/>
                          <a:sym typeface="Aldrich"/>
                          <a:hlinkClick r:id="rId4" action="ppaction://hlinksldjump"/>
                        </a:rPr>
                        <a:t> and </a:t>
                      </a:r>
                      <a:r>
                        <a:rPr lang="es-419" sz="1000" b="1" u="sng" dirty="0" err="1">
                          <a:solidFill>
                            <a:schemeClr val="dk1"/>
                          </a:solidFill>
                          <a:latin typeface="Aldrich"/>
                          <a:ea typeface="Aldrich"/>
                          <a:cs typeface="Aldrich"/>
                          <a:sym typeface="Aldrich"/>
                          <a:hlinkClick r:id="rId4" action="ppaction://hlinksldjump"/>
                        </a:rPr>
                        <a:t>Majors</a:t>
                      </a:r>
                      <a:endParaRPr sz="1000" b="1" u="sng" dirty="0">
                        <a:solidFill>
                          <a:schemeClr val="dk1"/>
                        </a:solidFill>
                        <a:latin typeface="Aldrich"/>
                        <a:ea typeface="Aldrich"/>
                        <a:cs typeface="Aldrich"/>
                        <a:sym typeface="Aldrich"/>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s-419" sz="1000" dirty="0" err="1">
                          <a:solidFill>
                            <a:schemeClr val="dk1"/>
                          </a:solidFill>
                          <a:latin typeface="Saira"/>
                          <a:ea typeface="Saira"/>
                          <a:cs typeface="Saira"/>
                          <a:sym typeface="Saira"/>
                          <a:hlinkClick r:id="rId4" action="ppaction://hlinksldjump"/>
                        </a:rPr>
                        <a:t>The</a:t>
                      </a:r>
                      <a:r>
                        <a:rPr lang="es-419" sz="1000" dirty="0">
                          <a:solidFill>
                            <a:schemeClr val="dk1"/>
                          </a:solidFill>
                          <a:latin typeface="Saira"/>
                          <a:ea typeface="Saira"/>
                          <a:cs typeface="Saira"/>
                          <a:sym typeface="Saira"/>
                          <a:hlinkClick r:id="rId4" action="ppaction://hlinksldjump"/>
                        </a:rPr>
                        <a:t> </a:t>
                      </a:r>
                      <a:r>
                        <a:rPr lang="es-419" sz="1000" dirty="0" err="1">
                          <a:solidFill>
                            <a:schemeClr val="dk1"/>
                          </a:solidFill>
                          <a:latin typeface="Saira"/>
                          <a:ea typeface="Saira"/>
                          <a:cs typeface="Saira"/>
                          <a:sym typeface="Saira"/>
                          <a:hlinkClick r:id="rId4" action="ppaction://hlinksldjump"/>
                        </a:rPr>
                        <a:t>different</a:t>
                      </a:r>
                      <a:r>
                        <a:rPr lang="es-419" sz="1000" dirty="0">
                          <a:solidFill>
                            <a:schemeClr val="dk1"/>
                          </a:solidFill>
                          <a:latin typeface="Saira"/>
                          <a:ea typeface="Saira"/>
                          <a:cs typeface="Saira"/>
                          <a:sym typeface="Saira"/>
                          <a:hlinkClick r:id="rId4" action="ppaction://hlinksldjump"/>
                        </a:rPr>
                        <a:t> </a:t>
                      </a:r>
                      <a:r>
                        <a:rPr lang="es-419" sz="1000" dirty="0" err="1">
                          <a:solidFill>
                            <a:schemeClr val="dk1"/>
                          </a:solidFill>
                          <a:latin typeface="Saira"/>
                          <a:ea typeface="Saira"/>
                          <a:cs typeface="Saira"/>
                          <a:sym typeface="Saira"/>
                          <a:hlinkClick r:id="rId4" action="ppaction://hlinksldjump"/>
                        </a:rPr>
                        <a:t>computer</a:t>
                      </a:r>
                      <a:r>
                        <a:rPr lang="es-419" sz="1000" dirty="0">
                          <a:solidFill>
                            <a:schemeClr val="dk1"/>
                          </a:solidFill>
                          <a:latin typeface="Saira"/>
                          <a:ea typeface="Saira"/>
                          <a:cs typeface="Saira"/>
                          <a:sym typeface="Saira"/>
                          <a:hlinkClick r:id="rId4" action="ppaction://hlinksldjump"/>
                        </a:rPr>
                        <a:t> </a:t>
                      </a:r>
                      <a:r>
                        <a:rPr lang="es-419" sz="1000" dirty="0" err="1">
                          <a:solidFill>
                            <a:schemeClr val="dk1"/>
                          </a:solidFill>
                          <a:latin typeface="Saira"/>
                          <a:ea typeface="Saira"/>
                          <a:cs typeface="Saira"/>
                          <a:sym typeface="Saira"/>
                          <a:hlinkClick r:id="rId4" action="ppaction://hlinksldjump"/>
                        </a:rPr>
                        <a:t>science</a:t>
                      </a:r>
                      <a:r>
                        <a:rPr lang="es-419" sz="1000" dirty="0">
                          <a:solidFill>
                            <a:schemeClr val="dk1"/>
                          </a:solidFill>
                          <a:latin typeface="Saira"/>
                          <a:ea typeface="Saira"/>
                          <a:cs typeface="Saira"/>
                          <a:sym typeface="Saira"/>
                          <a:hlinkClick r:id="rId4" action="ppaction://hlinksldjump"/>
                        </a:rPr>
                        <a:t> disciplines and </a:t>
                      </a:r>
                      <a:r>
                        <a:rPr lang="es-419" sz="1000" dirty="0" err="1">
                          <a:solidFill>
                            <a:schemeClr val="dk1"/>
                          </a:solidFill>
                          <a:latin typeface="Saira"/>
                          <a:ea typeface="Saira"/>
                          <a:cs typeface="Saira"/>
                          <a:sym typeface="Saira"/>
                          <a:hlinkClick r:id="rId4" action="ppaction://hlinksldjump"/>
                        </a:rPr>
                        <a:t>its</a:t>
                      </a:r>
                      <a:r>
                        <a:rPr lang="es-419" sz="1000" dirty="0">
                          <a:solidFill>
                            <a:schemeClr val="dk1"/>
                          </a:solidFill>
                          <a:latin typeface="Saira"/>
                          <a:ea typeface="Saira"/>
                          <a:cs typeface="Saira"/>
                          <a:sym typeface="Saira"/>
                          <a:hlinkClick r:id="rId4" action="ppaction://hlinksldjump"/>
                        </a:rPr>
                        <a:t> </a:t>
                      </a:r>
                      <a:r>
                        <a:rPr lang="es-419" sz="1000" dirty="0" err="1">
                          <a:solidFill>
                            <a:schemeClr val="dk1"/>
                          </a:solidFill>
                          <a:latin typeface="Saira"/>
                          <a:ea typeface="Saira"/>
                          <a:cs typeface="Saira"/>
                          <a:sym typeface="Saira"/>
                          <a:hlinkClick r:id="rId4" action="ppaction://hlinksldjump"/>
                        </a:rPr>
                        <a:t>purpose</a:t>
                      </a:r>
                      <a:r>
                        <a:rPr lang="es-419" sz="1000" dirty="0">
                          <a:solidFill>
                            <a:schemeClr val="dk1"/>
                          </a:solidFill>
                          <a:latin typeface="Saira"/>
                          <a:ea typeface="Saira"/>
                          <a:cs typeface="Saira"/>
                          <a:sym typeface="Saira"/>
                          <a:hlinkClick r:id="rId4" action="ppaction://hlinksldjump"/>
                        </a:rPr>
                        <a:t>.</a:t>
                      </a:r>
                      <a:endParaRPr sz="1000" dirty="0">
                        <a:solidFill>
                          <a:schemeClr val="dk1"/>
                        </a:solidFill>
                        <a:latin typeface="Saira"/>
                        <a:ea typeface="Saira"/>
                        <a:cs typeface="Saira"/>
                        <a:sym typeface="Sair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US" sz="1000" b="1" u="sng" dirty="0">
                          <a:solidFill>
                            <a:schemeClr val="dk1"/>
                          </a:solidFill>
                          <a:latin typeface="Aldrich"/>
                          <a:ea typeface="Aldrich"/>
                          <a:cs typeface="Aldrich"/>
                          <a:sym typeface="Aldrich"/>
                          <a:hlinkClick r:id="rId5" action="ppaction://hlinksldjump"/>
                        </a:rPr>
                        <a:t>Thoughts and opinion</a:t>
                      </a:r>
                      <a:endParaRPr sz="1000" b="1" u="sng" dirty="0">
                        <a:solidFill>
                          <a:schemeClr val="dk1"/>
                        </a:solidFill>
                        <a:latin typeface="Aldrich"/>
                        <a:ea typeface="Aldrich"/>
                        <a:cs typeface="Aldrich"/>
                        <a:sym typeface="Aldrich"/>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000" dirty="0">
                          <a:solidFill>
                            <a:schemeClr val="dk1"/>
                          </a:solidFill>
                          <a:latin typeface="Saira"/>
                          <a:ea typeface="Saira"/>
                          <a:cs typeface="Saira"/>
                          <a:sym typeface="Saira"/>
                          <a:hlinkClick r:id="rId5" action="ppaction://hlinksldjump"/>
                        </a:rPr>
                        <a:t>My thoughts regarding Computer Science as a discipline and other computing disciplines</a:t>
                      </a:r>
                      <a:endParaRPr sz="1000" dirty="0">
                        <a:solidFill>
                          <a:schemeClr val="dk1"/>
                        </a:solidFill>
                        <a:latin typeface="Saira"/>
                        <a:ea typeface="Saira"/>
                        <a:cs typeface="Saira"/>
                        <a:sym typeface="Saira"/>
                      </a:endParaRPr>
                    </a:p>
                  </a:txBody>
                  <a:tcPr marL="91425" marR="91425"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1525">
                <a:tc>
                  <a:txBody>
                    <a:bodyPr/>
                    <a:lstStyle/>
                    <a:p>
                      <a:pPr marL="0" lvl="0" indent="0" algn="l" rtl="0">
                        <a:spcBef>
                          <a:spcPts val="0"/>
                        </a:spcBef>
                        <a:spcAft>
                          <a:spcPts val="0"/>
                        </a:spcAft>
                        <a:buNone/>
                      </a:pPr>
                      <a:r>
                        <a:rPr lang="en-US" sz="1000" b="1" u="sng" dirty="0">
                          <a:solidFill>
                            <a:schemeClr val="dk1"/>
                          </a:solidFill>
                          <a:latin typeface="Aldrich"/>
                          <a:ea typeface="Aldrich"/>
                          <a:cs typeface="Aldrich"/>
                          <a:sym typeface="Aldrich"/>
                          <a:hlinkClick r:id="rId6" action="ppaction://hlinksldjump"/>
                        </a:rPr>
                        <a:t>About Me</a:t>
                      </a:r>
                      <a:endParaRPr sz="1000" b="1" u="sng" dirty="0">
                        <a:solidFill>
                          <a:schemeClr val="dk1"/>
                        </a:solidFill>
                        <a:latin typeface="Aldrich"/>
                        <a:ea typeface="Aldrich"/>
                        <a:cs typeface="Aldrich"/>
                        <a:sym typeface="Aldrich"/>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000" dirty="0">
                          <a:solidFill>
                            <a:schemeClr val="dk1"/>
                          </a:solidFill>
                          <a:latin typeface="Saira"/>
                          <a:ea typeface="Saira"/>
                          <a:cs typeface="Saira"/>
                          <a:sym typeface="Saira"/>
                          <a:hlinkClick r:id="rId6" action="ppaction://hlinksldjump"/>
                        </a:rPr>
                        <a:t>Who am I? Why did I choose to pursue a degree in Computer Science?</a:t>
                      </a:r>
                      <a:endParaRPr sz="1000" dirty="0">
                        <a:solidFill>
                          <a:schemeClr val="dk1"/>
                        </a:solidFill>
                        <a:latin typeface="Saira"/>
                        <a:ea typeface="Saira"/>
                        <a:cs typeface="Saira"/>
                        <a:sym typeface="Saira"/>
                      </a:endParaRPr>
                    </a:p>
                  </a:txBody>
                  <a:tcPr marL="91425" marR="91425"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546166352"/>
                  </a:ext>
                </a:extLst>
              </a:tr>
              <a:tr h="36152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419" sz="1000" b="1" u="sng" dirty="0" err="1">
                          <a:solidFill>
                            <a:schemeClr val="dk1"/>
                          </a:solidFill>
                          <a:latin typeface="Aldrich"/>
                          <a:ea typeface="Aldrich"/>
                          <a:cs typeface="Aldrich"/>
                          <a:sym typeface="Aldrich"/>
                          <a:hlinkClick r:id="rId7" action="ppaction://hlinksldjump"/>
                        </a:rPr>
                        <a:t>Resources</a:t>
                      </a:r>
                      <a:endParaRPr lang="es-419" sz="1000" b="1" u="sng" dirty="0">
                        <a:solidFill>
                          <a:schemeClr val="dk1"/>
                        </a:solidFill>
                        <a:latin typeface="Aldrich"/>
                        <a:ea typeface="Aldrich"/>
                        <a:cs typeface="Aldrich"/>
                        <a:sym typeface="Aldrich"/>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dirty="0">
                          <a:solidFill>
                            <a:schemeClr val="dk1"/>
                          </a:solidFill>
                          <a:latin typeface="Saira"/>
                          <a:ea typeface="Saira"/>
                          <a:cs typeface="Saira"/>
                          <a:sym typeface="Saira"/>
                          <a:hlinkClick r:id="rId7" action="ppaction://hlinksldjump"/>
                        </a:rPr>
                        <a:t>Journals and articles used as bases for this presentation.</a:t>
                      </a:r>
                      <a:endParaRPr lang="en-US" sz="1000" dirty="0">
                        <a:solidFill>
                          <a:schemeClr val="dk1"/>
                        </a:solidFill>
                        <a:latin typeface="Saira"/>
                        <a:ea typeface="Saira"/>
                        <a:cs typeface="Saira"/>
                        <a:sym typeface="Saira"/>
                      </a:endParaRPr>
                    </a:p>
                  </a:txBody>
                  <a:tcPr marL="91425" marR="91425"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2416376094"/>
                  </a:ext>
                </a:extLst>
              </a:tr>
            </a:tbl>
          </a:graphicData>
        </a:graphic>
      </p:graphicFrame>
      <p:sp>
        <p:nvSpPr>
          <p:cNvPr id="1502" name="Google Shape;1502;p30"/>
          <p:cNvSpPr txBox="1"/>
          <p:nvPr/>
        </p:nvSpPr>
        <p:spPr>
          <a:xfrm>
            <a:off x="1650095" y="4133675"/>
            <a:ext cx="17133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419" sz="1000" b="1" dirty="0" err="1">
                <a:solidFill>
                  <a:schemeClr val="dk1"/>
                </a:solidFill>
                <a:latin typeface="Saira"/>
                <a:ea typeface="Saira"/>
                <a:cs typeface="Saira"/>
                <a:sym typeface="Saira"/>
              </a:rPr>
              <a:t>Name</a:t>
            </a:r>
            <a:r>
              <a:rPr lang="es-419" sz="1000" b="1" dirty="0">
                <a:solidFill>
                  <a:schemeClr val="dk1"/>
                </a:solidFill>
                <a:latin typeface="Saira"/>
                <a:ea typeface="Saira"/>
                <a:cs typeface="Saira"/>
                <a:sym typeface="Saira"/>
              </a:rPr>
              <a:t> &amp; </a:t>
            </a:r>
            <a:r>
              <a:rPr lang="es-419" sz="1000" b="1" dirty="0" err="1">
                <a:solidFill>
                  <a:schemeClr val="dk1"/>
                </a:solidFill>
                <a:latin typeface="Saira"/>
                <a:ea typeface="Saira"/>
                <a:cs typeface="Saira"/>
                <a:sym typeface="Saira"/>
              </a:rPr>
              <a:t>Class</a:t>
            </a:r>
            <a:r>
              <a:rPr lang="es-419" sz="1000" b="1" dirty="0">
                <a:solidFill>
                  <a:schemeClr val="dk1"/>
                </a:solidFill>
                <a:latin typeface="Saira"/>
                <a:ea typeface="Saira"/>
                <a:cs typeface="Saira"/>
                <a:sym typeface="Saira"/>
              </a:rPr>
              <a:t>:</a:t>
            </a:r>
            <a:br>
              <a:rPr lang="es-419" sz="1000" b="1" dirty="0">
                <a:solidFill>
                  <a:schemeClr val="dk1"/>
                </a:solidFill>
                <a:latin typeface="Saira"/>
                <a:ea typeface="Saira"/>
                <a:cs typeface="Saira"/>
                <a:sym typeface="Saira"/>
              </a:rPr>
            </a:br>
            <a:r>
              <a:rPr lang="es-419" sz="1000" dirty="0" err="1">
                <a:solidFill>
                  <a:schemeClr val="dk1"/>
                </a:solidFill>
                <a:latin typeface="Saira"/>
                <a:ea typeface="Saira"/>
                <a:cs typeface="Saira"/>
                <a:sym typeface="Saira"/>
              </a:rPr>
              <a:t>Khugo</a:t>
            </a:r>
            <a:r>
              <a:rPr lang="es-419" sz="1000" dirty="0">
                <a:solidFill>
                  <a:schemeClr val="dk1"/>
                </a:solidFill>
                <a:latin typeface="Saira"/>
                <a:ea typeface="Saira"/>
                <a:cs typeface="Saira"/>
                <a:sym typeface="Saira"/>
              </a:rPr>
              <a:t> </a:t>
            </a:r>
            <a:r>
              <a:rPr lang="es-419" sz="1000" dirty="0" err="1">
                <a:solidFill>
                  <a:schemeClr val="dk1"/>
                </a:solidFill>
                <a:latin typeface="Saira"/>
                <a:ea typeface="Saira"/>
                <a:cs typeface="Saira"/>
                <a:sym typeface="Saira"/>
              </a:rPr>
              <a:t>Sebastian</a:t>
            </a:r>
            <a:r>
              <a:rPr lang="es-419" sz="1000" dirty="0">
                <a:solidFill>
                  <a:schemeClr val="dk1"/>
                </a:solidFill>
                <a:latin typeface="Saira"/>
                <a:ea typeface="Saira"/>
                <a:cs typeface="Saira"/>
                <a:sym typeface="Saira"/>
              </a:rPr>
              <a:t> E. Auditor BSCS - 1</a:t>
            </a:r>
            <a:endParaRPr sz="1000" b="1" u="sng" dirty="0">
              <a:solidFill>
                <a:schemeClr val="dk1"/>
              </a:solidFill>
              <a:latin typeface="Saira"/>
              <a:ea typeface="Saira"/>
              <a:cs typeface="Saira"/>
              <a:sym typeface="Saira"/>
            </a:endParaRPr>
          </a:p>
        </p:txBody>
      </p:sp>
      <p:sp>
        <p:nvSpPr>
          <p:cNvPr id="1503" name="Google Shape;1503;p30"/>
          <p:cNvSpPr txBox="1"/>
          <p:nvPr/>
        </p:nvSpPr>
        <p:spPr>
          <a:xfrm>
            <a:off x="4124605" y="4133675"/>
            <a:ext cx="33693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419" sz="1000" b="1" dirty="0" err="1">
                <a:solidFill>
                  <a:schemeClr val="dk1"/>
                </a:solidFill>
                <a:latin typeface="Saira"/>
                <a:ea typeface="Saira"/>
                <a:cs typeface="Saira"/>
                <a:sym typeface="Saira"/>
              </a:rPr>
              <a:t>Class</a:t>
            </a:r>
            <a:r>
              <a:rPr lang="es-419" sz="1000" b="1" dirty="0">
                <a:solidFill>
                  <a:schemeClr val="dk1"/>
                </a:solidFill>
                <a:latin typeface="Saira"/>
                <a:ea typeface="Saira"/>
                <a:cs typeface="Saira"/>
                <a:sym typeface="Saira"/>
              </a:rPr>
              <a:t> </a:t>
            </a:r>
            <a:r>
              <a:rPr lang="es-419" sz="1000" b="1" dirty="0" err="1">
                <a:solidFill>
                  <a:schemeClr val="dk1"/>
                </a:solidFill>
                <a:latin typeface="Saira"/>
                <a:ea typeface="Saira"/>
                <a:cs typeface="Saira"/>
                <a:sym typeface="Saira"/>
              </a:rPr>
              <a:t>Course</a:t>
            </a:r>
            <a:r>
              <a:rPr lang="es-419" sz="1000" dirty="0">
                <a:solidFill>
                  <a:schemeClr val="dk1"/>
                </a:solidFill>
                <a:latin typeface="Saira"/>
                <a:ea typeface="Saira"/>
                <a:cs typeface="Saira"/>
                <a:sym typeface="Saira"/>
              </a:rPr>
              <a:t>:</a:t>
            </a:r>
            <a:br>
              <a:rPr lang="es-419" sz="1000" dirty="0">
                <a:solidFill>
                  <a:schemeClr val="dk1"/>
                </a:solidFill>
                <a:latin typeface="Saira"/>
                <a:ea typeface="Saira"/>
                <a:cs typeface="Saira"/>
                <a:sym typeface="Saira"/>
              </a:rPr>
            </a:br>
            <a:r>
              <a:rPr lang="es-419" sz="1000" dirty="0" err="1">
                <a:solidFill>
                  <a:schemeClr val="dk1"/>
                </a:solidFill>
                <a:latin typeface="Saira"/>
                <a:ea typeface="Saira"/>
                <a:cs typeface="Saira"/>
                <a:sym typeface="Saira"/>
              </a:rPr>
              <a:t>Group</a:t>
            </a:r>
            <a:r>
              <a:rPr lang="es-419" sz="1000" dirty="0">
                <a:solidFill>
                  <a:schemeClr val="dk1"/>
                </a:solidFill>
                <a:latin typeface="Saira"/>
                <a:ea typeface="Saira"/>
                <a:cs typeface="Saira"/>
                <a:sym typeface="Saira"/>
              </a:rPr>
              <a:t> 2 CIS 1102N – </a:t>
            </a:r>
            <a:r>
              <a:rPr lang="es-419" sz="1000" dirty="0" err="1">
                <a:solidFill>
                  <a:schemeClr val="dk1"/>
                </a:solidFill>
                <a:latin typeface="Saira"/>
                <a:ea typeface="Saira"/>
                <a:cs typeface="Saira"/>
                <a:sym typeface="Saira"/>
              </a:rPr>
              <a:t>Introduction</a:t>
            </a:r>
            <a:r>
              <a:rPr lang="es-419" sz="1000" dirty="0">
                <a:solidFill>
                  <a:schemeClr val="dk1"/>
                </a:solidFill>
                <a:latin typeface="Saira"/>
                <a:ea typeface="Saira"/>
                <a:cs typeface="Saira"/>
                <a:sym typeface="Saira"/>
              </a:rPr>
              <a:t> </a:t>
            </a:r>
            <a:r>
              <a:rPr lang="es-419" sz="1000" dirty="0" err="1">
                <a:solidFill>
                  <a:schemeClr val="dk1"/>
                </a:solidFill>
                <a:latin typeface="Saira"/>
                <a:ea typeface="Saira"/>
                <a:cs typeface="Saira"/>
                <a:sym typeface="Saira"/>
              </a:rPr>
              <a:t>to</a:t>
            </a:r>
            <a:r>
              <a:rPr lang="es-419" sz="1000" dirty="0">
                <a:solidFill>
                  <a:schemeClr val="dk1"/>
                </a:solidFill>
                <a:latin typeface="Saira"/>
                <a:ea typeface="Saira"/>
                <a:cs typeface="Saira"/>
                <a:sym typeface="Saira"/>
              </a:rPr>
              <a:t> Computing</a:t>
            </a:r>
            <a:endParaRPr sz="1000" b="1" dirty="0">
              <a:solidFill>
                <a:schemeClr val="dk1"/>
              </a:solidFill>
              <a:latin typeface="Saira"/>
              <a:ea typeface="Saira"/>
              <a:cs typeface="Saira"/>
              <a:sym typeface="Sair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7"/>
        <p:cNvGrpSpPr/>
        <p:nvPr/>
      </p:nvGrpSpPr>
      <p:grpSpPr>
        <a:xfrm>
          <a:off x="0" y="0"/>
          <a:ext cx="0" cy="0"/>
          <a:chOff x="0" y="0"/>
          <a:chExt cx="0" cy="0"/>
        </a:xfrm>
      </p:grpSpPr>
      <p:sp>
        <p:nvSpPr>
          <p:cNvPr id="1509" name="Google Shape;1509;p31"/>
          <p:cNvSpPr txBox="1">
            <a:spLocks noGrp="1"/>
          </p:cNvSpPr>
          <p:nvPr>
            <p:ph type="title"/>
          </p:nvPr>
        </p:nvSpPr>
        <p:spPr>
          <a:xfrm>
            <a:off x="1644079" y="1535697"/>
            <a:ext cx="1378500" cy="59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4400" dirty="0">
                <a:latin typeface="OCR A Extended" panose="02010509020102010303" pitchFamily="50" charset="0"/>
              </a:rPr>
              <a:t>01</a:t>
            </a:r>
            <a:endParaRPr sz="4400" dirty="0">
              <a:latin typeface="OCR A Extended" panose="02010509020102010303" pitchFamily="50" charset="0"/>
            </a:endParaRPr>
          </a:p>
        </p:txBody>
      </p:sp>
      <p:sp>
        <p:nvSpPr>
          <p:cNvPr id="1510" name="Google Shape;1510;p31"/>
          <p:cNvSpPr txBox="1">
            <a:spLocks noGrp="1"/>
          </p:cNvSpPr>
          <p:nvPr>
            <p:ph type="title" idx="2"/>
          </p:nvPr>
        </p:nvSpPr>
        <p:spPr>
          <a:xfrm>
            <a:off x="3877017" y="1591929"/>
            <a:ext cx="1378500" cy="59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4400" dirty="0">
                <a:latin typeface="OCR A Extended" panose="02010509020102010303" pitchFamily="50" charset="0"/>
              </a:rPr>
              <a:t>02</a:t>
            </a:r>
            <a:endParaRPr sz="4400" dirty="0">
              <a:latin typeface="OCR A Extended" panose="02010509020102010303" pitchFamily="50" charset="0"/>
            </a:endParaRPr>
          </a:p>
        </p:txBody>
      </p:sp>
      <p:sp>
        <p:nvSpPr>
          <p:cNvPr id="1511" name="Google Shape;1511;p31"/>
          <p:cNvSpPr txBox="1">
            <a:spLocks noGrp="1"/>
          </p:cNvSpPr>
          <p:nvPr>
            <p:ph type="title" idx="3"/>
          </p:nvPr>
        </p:nvSpPr>
        <p:spPr>
          <a:xfrm>
            <a:off x="6206391" y="1535697"/>
            <a:ext cx="1378500" cy="59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4400" dirty="0">
                <a:latin typeface="OCR A Extended" panose="02010509020102010303" pitchFamily="50" charset="0"/>
              </a:rPr>
              <a:t>03</a:t>
            </a:r>
            <a:endParaRPr sz="4400" dirty="0">
              <a:latin typeface="OCR A Extended" panose="02010509020102010303" pitchFamily="50" charset="0"/>
            </a:endParaRPr>
          </a:p>
        </p:txBody>
      </p:sp>
      <p:sp>
        <p:nvSpPr>
          <p:cNvPr id="1515" name="Google Shape;1515;p31"/>
          <p:cNvSpPr txBox="1">
            <a:spLocks noGrp="1"/>
          </p:cNvSpPr>
          <p:nvPr>
            <p:ph type="title" idx="7"/>
          </p:nvPr>
        </p:nvSpPr>
        <p:spPr>
          <a:xfrm>
            <a:off x="714267" y="41137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sz="3600" dirty="0">
                <a:latin typeface="OCR A Extended" panose="02010509020102010303" pitchFamily="50" charset="0"/>
              </a:rPr>
              <a:t>Table </a:t>
            </a:r>
            <a:r>
              <a:rPr lang="es-419" sz="3600" dirty="0" err="1">
                <a:latin typeface="OCR A Extended" panose="02010509020102010303" pitchFamily="50" charset="0"/>
              </a:rPr>
              <a:t>of</a:t>
            </a:r>
            <a:r>
              <a:rPr lang="es-419" sz="3600" dirty="0">
                <a:latin typeface="OCR A Extended" panose="02010509020102010303" pitchFamily="50" charset="0"/>
              </a:rPr>
              <a:t> </a:t>
            </a:r>
            <a:r>
              <a:rPr lang="es-419" sz="3600" dirty="0" err="1">
                <a:latin typeface="OCR A Extended" panose="02010509020102010303" pitchFamily="50" charset="0"/>
              </a:rPr>
              <a:t>contents</a:t>
            </a:r>
            <a:endParaRPr sz="3600" dirty="0">
              <a:latin typeface="OCR A Extended" panose="02010509020102010303" pitchFamily="50" charset="0"/>
            </a:endParaRPr>
          </a:p>
        </p:txBody>
      </p:sp>
      <p:sp>
        <p:nvSpPr>
          <p:cNvPr id="1516" name="Google Shape;1516;p31"/>
          <p:cNvSpPr txBox="1">
            <a:spLocks noGrp="1"/>
          </p:cNvSpPr>
          <p:nvPr>
            <p:ph type="subTitle" idx="8"/>
          </p:nvPr>
        </p:nvSpPr>
        <p:spPr>
          <a:xfrm>
            <a:off x="1400539" y="2086950"/>
            <a:ext cx="1937401" cy="48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sz="1600" b="1" dirty="0" err="1">
                <a:latin typeface="OCR A Extended" panose="02010509020102010303" pitchFamily="50" charset="0"/>
                <a:hlinkClick r:id="rId3" action="ppaction://hlinksldjump"/>
              </a:rPr>
              <a:t>Computer</a:t>
            </a:r>
            <a:r>
              <a:rPr lang="es-419" sz="1600" b="1" dirty="0">
                <a:latin typeface="OCR A Extended" panose="02010509020102010303" pitchFamily="50" charset="0"/>
                <a:hlinkClick r:id="rId3" action="ppaction://hlinksldjump"/>
              </a:rPr>
              <a:t> </a:t>
            </a:r>
            <a:r>
              <a:rPr lang="es-419" sz="1600" b="1" dirty="0" err="1">
                <a:latin typeface="OCR A Extended" panose="02010509020102010303" pitchFamily="50" charset="0"/>
                <a:hlinkClick r:id="rId3" action="ppaction://hlinksldjump"/>
              </a:rPr>
              <a:t>Science</a:t>
            </a:r>
            <a:r>
              <a:rPr lang="es-419" sz="1600" b="1" dirty="0">
                <a:latin typeface="OCR A Extended" panose="02010509020102010303" pitchFamily="50" charset="0"/>
                <a:hlinkClick r:id="rId3" action="ppaction://hlinksldjump"/>
              </a:rPr>
              <a:t> as a Discipline</a:t>
            </a:r>
            <a:endParaRPr sz="1600" b="1" dirty="0">
              <a:latin typeface="OCR A Extended" panose="02010509020102010303" pitchFamily="50" charset="0"/>
            </a:endParaRPr>
          </a:p>
        </p:txBody>
      </p:sp>
      <p:sp>
        <p:nvSpPr>
          <p:cNvPr id="1517" name="Google Shape;1517;p31"/>
          <p:cNvSpPr txBox="1">
            <a:spLocks noGrp="1"/>
          </p:cNvSpPr>
          <p:nvPr>
            <p:ph type="subTitle" idx="9"/>
          </p:nvPr>
        </p:nvSpPr>
        <p:spPr>
          <a:xfrm>
            <a:off x="3499893" y="2128930"/>
            <a:ext cx="2200711" cy="47739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sz="1400" b="1" dirty="0" err="1">
                <a:latin typeface="OCR A Extended" panose="02010509020102010303" pitchFamily="50" charset="0"/>
                <a:hlinkClick r:id="rId4" action="ppaction://hlinksldjump"/>
              </a:rPr>
              <a:t>Different</a:t>
            </a:r>
            <a:r>
              <a:rPr lang="es-419" sz="1400" b="1" dirty="0">
                <a:latin typeface="OCR A Extended" panose="02010509020102010303" pitchFamily="50" charset="0"/>
                <a:hlinkClick r:id="rId4" action="ppaction://hlinksldjump"/>
              </a:rPr>
              <a:t> </a:t>
            </a:r>
            <a:r>
              <a:rPr lang="es-419" sz="1400" b="1" dirty="0" err="1">
                <a:latin typeface="OCR A Extended" panose="02010509020102010303" pitchFamily="50" charset="0"/>
                <a:hlinkClick r:id="rId4" action="ppaction://hlinksldjump"/>
              </a:rPr>
              <a:t>Computer</a:t>
            </a:r>
            <a:r>
              <a:rPr lang="es-419" sz="1400" b="1" dirty="0">
                <a:latin typeface="OCR A Extended" panose="02010509020102010303" pitchFamily="50" charset="0"/>
                <a:hlinkClick r:id="rId4" action="ppaction://hlinksldjump"/>
              </a:rPr>
              <a:t> </a:t>
            </a:r>
            <a:r>
              <a:rPr lang="es-419" sz="1400" b="1" dirty="0" err="1">
                <a:latin typeface="OCR A Extended" panose="02010509020102010303" pitchFamily="50" charset="0"/>
                <a:hlinkClick r:id="rId4" action="ppaction://hlinksldjump"/>
              </a:rPr>
              <a:t>Science</a:t>
            </a:r>
            <a:r>
              <a:rPr lang="es-419" sz="1400" b="1" dirty="0">
                <a:latin typeface="OCR A Extended" panose="02010509020102010303" pitchFamily="50" charset="0"/>
                <a:hlinkClick r:id="rId4" action="ppaction://hlinksldjump"/>
              </a:rPr>
              <a:t> </a:t>
            </a:r>
            <a:r>
              <a:rPr lang="es-419" sz="1400" b="1" dirty="0" err="1">
                <a:latin typeface="OCR A Extended" panose="02010509020102010303" pitchFamily="50" charset="0"/>
                <a:hlinkClick r:id="rId4" action="ppaction://hlinksldjump"/>
              </a:rPr>
              <a:t>Major</a:t>
            </a:r>
            <a:r>
              <a:rPr lang="es-419" sz="1400" b="1" dirty="0">
                <a:latin typeface="OCR A Extended" panose="02010509020102010303" pitchFamily="50" charset="0"/>
                <a:hlinkClick r:id="rId4" action="ppaction://hlinksldjump"/>
              </a:rPr>
              <a:t> and </a:t>
            </a:r>
            <a:r>
              <a:rPr lang="es-419" sz="1400" b="1" dirty="0" err="1">
                <a:latin typeface="OCR A Extended" panose="02010509020102010303" pitchFamily="50" charset="0"/>
                <a:hlinkClick r:id="rId4" action="ppaction://hlinksldjump"/>
              </a:rPr>
              <a:t>Discpline</a:t>
            </a:r>
            <a:endParaRPr sz="1400" b="1" dirty="0">
              <a:latin typeface="OCR A Extended" panose="02010509020102010303" pitchFamily="50" charset="0"/>
            </a:endParaRPr>
          </a:p>
        </p:txBody>
      </p:sp>
      <p:sp>
        <p:nvSpPr>
          <p:cNvPr id="1518" name="Google Shape;1518;p31"/>
          <p:cNvSpPr txBox="1">
            <a:spLocks noGrp="1"/>
          </p:cNvSpPr>
          <p:nvPr>
            <p:ph type="subTitle" idx="13"/>
          </p:nvPr>
        </p:nvSpPr>
        <p:spPr>
          <a:xfrm>
            <a:off x="5632641" y="2135620"/>
            <a:ext cx="2526000" cy="484800"/>
          </a:xfrm>
          <a:prstGeom prst="rect">
            <a:avLst/>
          </a:prstGeom>
        </p:spPr>
        <p:txBody>
          <a:bodyPr spcFirstLastPara="1" wrap="square" lIns="91425" tIns="91425" rIns="91425" bIns="91425" anchor="t" anchorCtr="0">
            <a:noAutofit/>
          </a:bodyPr>
          <a:lstStyle/>
          <a:p>
            <a:pPr marL="0" lvl="0" indent="0"/>
            <a:r>
              <a:rPr lang="en-PH" sz="1600" b="1" dirty="0">
                <a:latin typeface="OCR A Extended" panose="02010509020102010303" pitchFamily="50" charset="0"/>
                <a:hlinkClick r:id="rId5" action="ppaction://hlinksldjump"/>
              </a:rPr>
              <a:t>Thoughts and opinion</a:t>
            </a:r>
            <a:endParaRPr lang="en-PH" sz="1600" b="1" dirty="0">
              <a:latin typeface="OCR A Extended" panose="02010509020102010303" pitchFamily="50" charset="0"/>
            </a:endParaRPr>
          </a:p>
          <a:p>
            <a:pPr marL="0" lvl="0" indent="0" algn="ctr" rtl="0">
              <a:spcBef>
                <a:spcPts val="0"/>
              </a:spcBef>
              <a:spcAft>
                <a:spcPts val="0"/>
              </a:spcAft>
              <a:buNone/>
            </a:pPr>
            <a:endParaRPr sz="1600" b="1" dirty="0">
              <a:latin typeface="OCR A Extended" panose="02010509020102010303" pitchFamily="50" charset="0"/>
            </a:endParaRPr>
          </a:p>
        </p:txBody>
      </p:sp>
      <p:cxnSp>
        <p:nvCxnSpPr>
          <p:cNvPr id="1521" name="Google Shape;1521;p31"/>
          <p:cNvCxnSpPr>
            <a:cxnSpLocks/>
          </p:cNvCxnSpPr>
          <p:nvPr/>
        </p:nvCxnSpPr>
        <p:spPr>
          <a:xfrm>
            <a:off x="3337940" y="1280299"/>
            <a:ext cx="0" cy="1796004"/>
          </a:xfrm>
          <a:prstGeom prst="straightConnector1">
            <a:avLst/>
          </a:prstGeom>
          <a:noFill/>
          <a:ln w="19050" cap="flat" cmpd="sng">
            <a:solidFill>
              <a:schemeClr val="dk1"/>
            </a:solidFill>
            <a:prstDash val="solid"/>
            <a:round/>
            <a:headEnd type="oval" w="med" len="med"/>
            <a:tailEnd type="oval" w="med" len="med"/>
          </a:ln>
        </p:spPr>
      </p:cxnSp>
      <p:cxnSp>
        <p:nvCxnSpPr>
          <p:cNvPr id="34" name="Google Shape;1521;p31">
            <a:extLst>
              <a:ext uri="{FF2B5EF4-FFF2-40B4-BE49-F238E27FC236}">
                <a16:creationId xmlns:a16="http://schemas.microsoft.com/office/drawing/2014/main" id="{CC829EC2-AA73-4815-BA61-67788E5FC928}"/>
              </a:ext>
            </a:extLst>
          </p:cNvPr>
          <p:cNvCxnSpPr>
            <a:cxnSpLocks/>
          </p:cNvCxnSpPr>
          <p:nvPr/>
        </p:nvCxnSpPr>
        <p:spPr>
          <a:xfrm>
            <a:off x="5822060" y="1280299"/>
            <a:ext cx="0" cy="1796004"/>
          </a:xfrm>
          <a:prstGeom prst="straightConnector1">
            <a:avLst/>
          </a:prstGeom>
          <a:noFill/>
          <a:ln w="19050" cap="flat" cmpd="sng">
            <a:solidFill>
              <a:schemeClr val="dk1"/>
            </a:solidFill>
            <a:prstDash val="solid"/>
            <a:round/>
            <a:headEnd type="oval" w="med" len="med"/>
            <a:tailEnd type="oval" w="med" len="med"/>
          </a:ln>
        </p:spPr>
      </p:cxnSp>
      <p:cxnSp>
        <p:nvCxnSpPr>
          <p:cNvPr id="14" name="Google Shape;1521;p31">
            <a:extLst>
              <a:ext uri="{FF2B5EF4-FFF2-40B4-BE49-F238E27FC236}">
                <a16:creationId xmlns:a16="http://schemas.microsoft.com/office/drawing/2014/main" id="{56DFF582-419D-4967-9CE8-A48055724C4B}"/>
              </a:ext>
            </a:extLst>
          </p:cNvPr>
          <p:cNvCxnSpPr>
            <a:cxnSpLocks/>
          </p:cNvCxnSpPr>
          <p:nvPr/>
        </p:nvCxnSpPr>
        <p:spPr>
          <a:xfrm flipH="1">
            <a:off x="4566267" y="3376750"/>
            <a:ext cx="123" cy="1472024"/>
          </a:xfrm>
          <a:prstGeom prst="straightConnector1">
            <a:avLst/>
          </a:prstGeom>
          <a:noFill/>
          <a:ln w="19050" cap="flat" cmpd="sng">
            <a:solidFill>
              <a:schemeClr val="dk1"/>
            </a:solidFill>
            <a:prstDash val="solid"/>
            <a:round/>
            <a:headEnd type="oval" w="med" len="med"/>
            <a:tailEnd type="oval" w="med" len="med"/>
          </a:ln>
        </p:spPr>
      </p:cxnSp>
      <p:sp>
        <p:nvSpPr>
          <p:cNvPr id="17" name="Google Shape;1509;p31">
            <a:extLst>
              <a:ext uri="{FF2B5EF4-FFF2-40B4-BE49-F238E27FC236}">
                <a16:creationId xmlns:a16="http://schemas.microsoft.com/office/drawing/2014/main" id="{55D76B2F-A0BB-44D0-B560-B369B51C1915}"/>
              </a:ext>
            </a:extLst>
          </p:cNvPr>
          <p:cNvSpPr txBox="1">
            <a:spLocks/>
          </p:cNvSpPr>
          <p:nvPr/>
        </p:nvSpPr>
        <p:spPr>
          <a:xfrm>
            <a:off x="2606810" y="3585774"/>
            <a:ext cx="1378500" cy="59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Aldrich"/>
              <a:buNone/>
              <a:defRPr sz="3000" b="0" i="0" u="none" strike="noStrike" cap="none">
                <a:solidFill>
                  <a:schemeClr val="dk1"/>
                </a:solidFill>
                <a:latin typeface="Aldrich"/>
                <a:ea typeface="Aldrich"/>
                <a:cs typeface="Aldrich"/>
                <a:sym typeface="Aldrich"/>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s-419" sz="4400" dirty="0">
                <a:latin typeface="OCR A Extended" panose="02010509020102010303" pitchFamily="50" charset="0"/>
              </a:rPr>
              <a:t>04</a:t>
            </a:r>
          </a:p>
        </p:txBody>
      </p:sp>
      <p:sp>
        <p:nvSpPr>
          <p:cNvPr id="18" name="Google Shape;1511;p31">
            <a:extLst>
              <a:ext uri="{FF2B5EF4-FFF2-40B4-BE49-F238E27FC236}">
                <a16:creationId xmlns:a16="http://schemas.microsoft.com/office/drawing/2014/main" id="{83E672C9-C212-4B0D-A8A9-072EC13FC554}"/>
              </a:ext>
            </a:extLst>
          </p:cNvPr>
          <p:cNvSpPr txBox="1">
            <a:spLocks/>
          </p:cNvSpPr>
          <p:nvPr/>
        </p:nvSpPr>
        <p:spPr>
          <a:xfrm>
            <a:off x="5132810" y="3633036"/>
            <a:ext cx="1378500" cy="593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Aldrich"/>
              <a:buNone/>
              <a:defRPr sz="3000" b="0" i="0" u="none" strike="noStrike" cap="none">
                <a:solidFill>
                  <a:schemeClr val="dk1"/>
                </a:solidFill>
                <a:latin typeface="Aldrich"/>
                <a:ea typeface="Aldrich"/>
                <a:cs typeface="Aldrich"/>
                <a:sym typeface="Aldrich"/>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s-419" sz="4400" dirty="0">
                <a:latin typeface="OCR A Extended" panose="02010509020102010303" pitchFamily="50" charset="0"/>
              </a:rPr>
              <a:t>05</a:t>
            </a:r>
          </a:p>
        </p:txBody>
      </p:sp>
      <p:sp>
        <p:nvSpPr>
          <p:cNvPr id="20" name="Google Shape;1518;p31">
            <a:extLst>
              <a:ext uri="{FF2B5EF4-FFF2-40B4-BE49-F238E27FC236}">
                <a16:creationId xmlns:a16="http://schemas.microsoft.com/office/drawing/2014/main" id="{8573355E-0591-4A77-95B5-83917329F42D}"/>
              </a:ext>
            </a:extLst>
          </p:cNvPr>
          <p:cNvSpPr txBox="1">
            <a:spLocks/>
          </p:cNvSpPr>
          <p:nvPr/>
        </p:nvSpPr>
        <p:spPr>
          <a:xfrm>
            <a:off x="4559060" y="4042579"/>
            <a:ext cx="2526000" cy="484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1pPr>
            <a:lvl2pPr marL="914400" marR="0" lvl="1"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2pPr>
            <a:lvl3pPr marL="1371600" marR="0" lvl="2"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3pPr>
            <a:lvl4pPr marL="1828800" marR="0" lvl="3"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4pPr>
            <a:lvl5pPr marL="2286000" marR="0" lvl="4"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5pPr>
            <a:lvl6pPr marL="2743200" marR="0" lvl="5"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6pPr>
            <a:lvl7pPr marL="3200400" marR="0" lvl="6"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7pPr>
            <a:lvl8pPr marL="3657600" marR="0" lvl="7"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8pPr>
            <a:lvl9pPr marL="4114800" marR="0" lvl="8"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9pPr>
          </a:lstStyle>
          <a:p>
            <a:pPr marL="0" indent="0"/>
            <a:r>
              <a:rPr lang="es-419" sz="1600" b="1" dirty="0" err="1">
                <a:latin typeface="OCR A Extended" panose="02010509020102010303" pitchFamily="50" charset="0"/>
                <a:hlinkClick r:id="rId6" action="ppaction://hlinksldjump"/>
              </a:rPr>
              <a:t>Resources</a:t>
            </a:r>
            <a:endParaRPr lang="es-419" sz="1600" b="1" dirty="0">
              <a:latin typeface="OCR A Extended" panose="02010509020102010303" pitchFamily="50" charset="0"/>
            </a:endParaRPr>
          </a:p>
        </p:txBody>
      </p:sp>
      <p:sp>
        <p:nvSpPr>
          <p:cNvPr id="23" name="Google Shape;1516;p31">
            <a:extLst>
              <a:ext uri="{FF2B5EF4-FFF2-40B4-BE49-F238E27FC236}">
                <a16:creationId xmlns:a16="http://schemas.microsoft.com/office/drawing/2014/main" id="{7A8C4058-BA8B-463B-8AA2-3373EDF760AB}"/>
              </a:ext>
            </a:extLst>
          </p:cNvPr>
          <p:cNvSpPr txBox="1">
            <a:spLocks/>
          </p:cNvSpPr>
          <p:nvPr/>
        </p:nvSpPr>
        <p:spPr>
          <a:xfrm>
            <a:off x="2327359" y="4053621"/>
            <a:ext cx="1937401" cy="484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1pPr>
            <a:lvl2pPr marL="914400" marR="0" lvl="1"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2pPr>
            <a:lvl3pPr marL="1371600" marR="0" lvl="2"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3pPr>
            <a:lvl4pPr marL="1828800" marR="0" lvl="3"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4pPr>
            <a:lvl5pPr marL="2286000" marR="0" lvl="4"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5pPr>
            <a:lvl6pPr marL="2743200" marR="0" lvl="5"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6pPr>
            <a:lvl7pPr marL="3200400" marR="0" lvl="6"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7pPr>
            <a:lvl8pPr marL="3657600" marR="0" lvl="7"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8pPr>
            <a:lvl9pPr marL="4114800" marR="0" lvl="8" indent="-304800" algn="l" rtl="0">
              <a:lnSpc>
                <a:spcPct val="100000"/>
              </a:lnSpc>
              <a:spcBef>
                <a:spcPts val="0"/>
              </a:spcBef>
              <a:spcAft>
                <a:spcPts val="0"/>
              </a:spcAft>
              <a:buClr>
                <a:schemeClr val="dk1"/>
              </a:buClr>
              <a:buSzPts val="1800"/>
              <a:buFont typeface="Aldrich"/>
              <a:buNone/>
              <a:defRPr sz="1800" b="0" i="0" u="none" strike="noStrike" cap="none">
                <a:solidFill>
                  <a:schemeClr val="dk1"/>
                </a:solidFill>
                <a:latin typeface="Aldrich"/>
                <a:ea typeface="Aldrich"/>
                <a:cs typeface="Aldrich"/>
                <a:sym typeface="Aldrich"/>
              </a:defRPr>
            </a:lvl9pPr>
          </a:lstStyle>
          <a:p>
            <a:pPr marL="0" indent="0"/>
            <a:r>
              <a:rPr lang="es-419" sz="1600" b="1" dirty="0" err="1">
                <a:latin typeface="OCR A Extended" panose="02010509020102010303" pitchFamily="50" charset="0"/>
                <a:hlinkClick r:id="rId7" action="ppaction://hlinksldjump"/>
              </a:rPr>
              <a:t>About</a:t>
            </a:r>
            <a:r>
              <a:rPr lang="es-419" sz="1600" b="1" dirty="0">
                <a:latin typeface="OCR A Extended" panose="02010509020102010303" pitchFamily="50" charset="0"/>
                <a:hlinkClick r:id="rId7" action="ppaction://hlinksldjump"/>
              </a:rPr>
              <a:t> Me</a:t>
            </a:r>
            <a:endParaRPr lang="es-419" sz="1600" b="1" dirty="0">
              <a:latin typeface="OCR A Extended" panose="02010509020102010303" pitchFamily="50" charset="0"/>
            </a:endParaRPr>
          </a:p>
        </p:txBody>
      </p:sp>
      <p:cxnSp>
        <p:nvCxnSpPr>
          <p:cNvPr id="10" name="Straight Connector 9">
            <a:extLst>
              <a:ext uri="{FF2B5EF4-FFF2-40B4-BE49-F238E27FC236}">
                <a16:creationId xmlns:a16="http://schemas.microsoft.com/office/drawing/2014/main" id="{8E4EE92A-5F63-414A-AC49-2DECFF122CAD}"/>
              </a:ext>
            </a:extLst>
          </p:cNvPr>
          <p:cNvCxnSpPr/>
          <p:nvPr/>
        </p:nvCxnSpPr>
        <p:spPr>
          <a:xfrm>
            <a:off x="1463040" y="3226526"/>
            <a:ext cx="644652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2"/>
        <p:cNvGrpSpPr/>
        <p:nvPr/>
      </p:nvGrpSpPr>
      <p:grpSpPr>
        <a:xfrm>
          <a:off x="0" y="0"/>
          <a:ext cx="0" cy="0"/>
          <a:chOff x="0" y="0"/>
          <a:chExt cx="0" cy="0"/>
        </a:xfrm>
      </p:grpSpPr>
      <p:sp>
        <p:nvSpPr>
          <p:cNvPr id="1533" name="Google Shape;1533;p33"/>
          <p:cNvSpPr txBox="1">
            <a:spLocks noGrp="1"/>
          </p:cNvSpPr>
          <p:nvPr>
            <p:ph type="title"/>
          </p:nvPr>
        </p:nvSpPr>
        <p:spPr>
          <a:xfrm>
            <a:off x="664519" y="2396187"/>
            <a:ext cx="4645818" cy="127150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sz="3200" dirty="0" err="1">
                <a:latin typeface="OCR A Extended" panose="02010509020102010303" pitchFamily="50" charset="0"/>
              </a:rPr>
              <a:t>Computer</a:t>
            </a:r>
            <a:r>
              <a:rPr lang="es-419" sz="3200" dirty="0">
                <a:latin typeface="OCR A Extended" panose="02010509020102010303" pitchFamily="50" charset="0"/>
              </a:rPr>
              <a:t> </a:t>
            </a:r>
            <a:r>
              <a:rPr lang="es-419" sz="3200" dirty="0" err="1">
                <a:latin typeface="OCR A Extended" panose="02010509020102010303" pitchFamily="50" charset="0"/>
              </a:rPr>
              <a:t>Science</a:t>
            </a:r>
            <a:r>
              <a:rPr lang="es-419" sz="3200" dirty="0">
                <a:latin typeface="OCR A Extended" panose="02010509020102010303" pitchFamily="50" charset="0"/>
              </a:rPr>
              <a:t> as a Discipline</a:t>
            </a:r>
            <a:endParaRPr sz="3200" dirty="0">
              <a:latin typeface="OCR A Extended" panose="02010509020102010303" pitchFamily="50" charset="0"/>
            </a:endParaRPr>
          </a:p>
        </p:txBody>
      </p:sp>
      <p:sp>
        <p:nvSpPr>
          <p:cNvPr id="1534" name="Google Shape;1534;p33"/>
          <p:cNvSpPr txBox="1">
            <a:spLocks noGrp="1"/>
          </p:cNvSpPr>
          <p:nvPr>
            <p:ph type="title" idx="2"/>
          </p:nvPr>
        </p:nvSpPr>
        <p:spPr>
          <a:xfrm>
            <a:off x="2318141" y="1401369"/>
            <a:ext cx="1080000" cy="1001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419" dirty="0"/>
              <a:t>01</a:t>
            </a:r>
            <a:endParaRPr dirty="0"/>
          </a:p>
        </p:txBody>
      </p:sp>
      <p:grpSp>
        <p:nvGrpSpPr>
          <p:cNvPr id="1536" name="Google Shape;1536;p33"/>
          <p:cNvGrpSpPr/>
          <p:nvPr/>
        </p:nvGrpSpPr>
        <p:grpSpPr>
          <a:xfrm>
            <a:off x="-1312494" y="3529769"/>
            <a:ext cx="3277952" cy="1537297"/>
            <a:chOff x="-1312494" y="3529769"/>
            <a:chExt cx="3277952" cy="1537297"/>
          </a:xfrm>
        </p:grpSpPr>
        <p:grpSp>
          <p:nvGrpSpPr>
            <p:cNvPr id="1537" name="Google Shape;1537;p33"/>
            <p:cNvGrpSpPr/>
            <p:nvPr/>
          </p:nvGrpSpPr>
          <p:grpSpPr>
            <a:xfrm>
              <a:off x="-1312494" y="3529769"/>
              <a:ext cx="2907181" cy="1177348"/>
              <a:chOff x="2442775" y="3274750"/>
              <a:chExt cx="1690025" cy="684425"/>
            </a:xfrm>
          </p:grpSpPr>
          <p:sp>
            <p:nvSpPr>
              <p:cNvPr id="1538" name="Google Shape;1538;p33"/>
              <p:cNvSpPr/>
              <p:nvPr/>
            </p:nvSpPr>
            <p:spPr>
              <a:xfrm>
                <a:off x="2683575" y="3475550"/>
                <a:ext cx="870175" cy="445600"/>
              </a:xfrm>
              <a:custGeom>
                <a:avLst/>
                <a:gdLst/>
                <a:ahLst/>
                <a:cxnLst/>
                <a:rect l="l" t="t" r="r" b="b"/>
                <a:pathLst>
                  <a:path w="34807" h="17824" extrusionOk="0">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33"/>
              <p:cNvSpPr/>
              <p:nvPr/>
            </p:nvSpPr>
            <p:spPr>
              <a:xfrm>
                <a:off x="3728800" y="3776950"/>
                <a:ext cx="359650" cy="139050"/>
              </a:xfrm>
              <a:custGeom>
                <a:avLst/>
                <a:gdLst/>
                <a:ahLst/>
                <a:cxnLst/>
                <a:rect l="l" t="t" r="r" b="b"/>
                <a:pathLst>
                  <a:path w="14386" h="5562" extrusionOk="0">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3"/>
              <p:cNvSpPr/>
              <p:nvPr/>
            </p:nvSpPr>
            <p:spPr>
              <a:xfrm>
                <a:off x="2739025" y="3416125"/>
                <a:ext cx="1218725" cy="460275"/>
              </a:xfrm>
              <a:custGeom>
                <a:avLst/>
                <a:gdLst/>
                <a:ahLst/>
                <a:cxnLst/>
                <a:rect l="l" t="t" r="r" b="b"/>
                <a:pathLst>
                  <a:path w="48749" h="18411" extrusionOk="0">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3"/>
              <p:cNvSpPr/>
              <p:nvPr/>
            </p:nvSpPr>
            <p:spPr>
              <a:xfrm>
                <a:off x="2696650" y="3396325"/>
                <a:ext cx="1145050" cy="383025"/>
              </a:xfrm>
              <a:custGeom>
                <a:avLst/>
                <a:gdLst/>
                <a:ahLst/>
                <a:cxnLst/>
                <a:rect l="l" t="t" r="r" b="b"/>
                <a:pathLst>
                  <a:path w="45802" h="15321" extrusionOk="0">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3"/>
              <p:cNvSpPr/>
              <p:nvPr/>
            </p:nvSpPr>
            <p:spPr>
              <a:xfrm>
                <a:off x="2491100" y="3376525"/>
                <a:ext cx="1412375" cy="386200"/>
              </a:xfrm>
              <a:custGeom>
                <a:avLst/>
                <a:gdLst/>
                <a:ahLst/>
                <a:cxnLst/>
                <a:rect l="l" t="t" r="r" b="b"/>
                <a:pathLst>
                  <a:path w="56495" h="15448" extrusionOk="0">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33"/>
              <p:cNvSpPr/>
              <p:nvPr/>
            </p:nvSpPr>
            <p:spPr>
              <a:xfrm>
                <a:off x="3040050" y="3312775"/>
                <a:ext cx="532725" cy="192500"/>
              </a:xfrm>
              <a:custGeom>
                <a:avLst/>
                <a:gdLst/>
                <a:ahLst/>
                <a:cxnLst/>
                <a:rect l="l" t="t" r="r" b="b"/>
                <a:pathLst>
                  <a:path w="21309" h="7700" extrusionOk="0">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3"/>
              <p:cNvSpPr/>
              <p:nvPr/>
            </p:nvSpPr>
            <p:spPr>
              <a:xfrm>
                <a:off x="2618225" y="3346825"/>
                <a:ext cx="692750" cy="168350"/>
              </a:xfrm>
              <a:custGeom>
                <a:avLst/>
                <a:gdLst/>
                <a:ahLst/>
                <a:cxnLst/>
                <a:rect l="l" t="t" r="r" b="b"/>
                <a:pathLst>
                  <a:path w="27710" h="6734" extrusionOk="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3"/>
              <p:cNvSpPr/>
              <p:nvPr/>
            </p:nvSpPr>
            <p:spPr>
              <a:xfrm>
                <a:off x="3526800" y="3912800"/>
                <a:ext cx="46375" cy="46375"/>
              </a:xfrm>
              <a:custGeom>
                <a:avLst/>
                <a:gdLst/>
                <a:ahLst/>
                <a:cxnLst/>
                <a:rect l="l" t="t" r="r" b="b"/>
                <a:pathLst>
                  <a:path w="1855" h="1855" extrusionOk="0">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3"/>
              <p:cNvSpPr/>
              <p:nvPr/>
            </p:nvSpPr>
            <p:spPr>
              <a:xfrm>
                <a:off x="4086050" y="3828450"/>
                <a:ext cx="46750" cy="46750"/>
              </a:xfrm>
              <a:custGeom>
                <a:avLst/>
                <a:gdLst/>
                <a:ahLst/>
                <a:cxnLst/>
                <a:rect l="l" t="t" r="r" b="b"/>
                <a:pathLst>
                  <a:path w="1870" h="1870" extrusionOk="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3"/>
              <p:cNvSpPr/>
              <p:nvPr/>
            </p:nvSpPr>
            <p:spPr>
              <a:xfrm>
                <a:off x="2670500" y="3427625"/>
                <a:ext cx="46375" cy="46350"/>
              </a:xfrm>
              <a:custGeom>
                <a:avLst/>
                <a:gdLst/>
                <a:ahLst/>
                <a:cxnLst/>
                <a:rect l="l" t="t" r="r" b="b"/>
                <a:pathLst>
                  <a:path w="1855" h="1854" extrusionOk="0">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3"/>
              <p:cNvSpPr/>
              <p:nvPr/>
            </p:nvSpPr>
            <p:spPr>
              <a:xfrm>
                <a:off x="3289175" y="3487025"/>
                <a:ext cx="46350" cy="46375"/>
              </a:xfrm>
              <a:custGeom>
                <a:avLst/>
                <a:gdLst/>
                <a:ahLst/>
                <a:cxnLst/>
                <a:rect l="l" t="t" r="r" b="b"/>
                <a:pathLst>
                  <a:path w="1854" h="1855" extrusionOk="0">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3"/>
              <p:cNvSpPr/>
              <p:nvPr/>
            </p:nvSpPr>
            <p:spPr>
              <a:xfrm>
                <a:off x="3002025" y="3274750"/>
                <a:ext cx="46750" cy="46750"/>
              </a:xfrm>
              <a:custGeom>
                <a:avLst/>
                <a:gdLst/>
                <a:ahLst/>
                <a:cxnLst/>
                <a:rect l="l" t="t" r="r" b="b"/>
                <a:pathLst>
                  <a:path w="1870" h="1870" extrusionOk="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3"/>
              <p:cNvSpPr/>
              <p:nvPr/>
            </p:nvSpPr>
            <p:spPr>
              <a:xfrm>
                <a:off x="3625825" y="3675175"/>
                <a:ext cx="46350" cy="46350"/>
              </a:xfrm>
              <a:custGeom>
                <a:avLst/>
                <a:gdLst/>
                <a:ahLst/>
                <a:cxnLst/>
                <a:rect l="l" t="t" r="r" b="b"/>
                <a:pathLst>
                  <a:path w="1854" h="1854" extrusionOk="0">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3"/>
              <p:cNvSpPr/>
              <p:nvPr/>
            </p:nvSpPr>
            <p:spPr>
              <a:xfrm>
                <a:off x="3699875" y="3754375"/>
                <a:ext cx="46775" cy="46375"/>
              </a:xfrm>
              <a:custGeom>
                <a:avLst/>
                <a:gdLst/>
                <a:ahLst/>
                <a:cxnLst/>
                <a:rect l="l" t="t" r="r" b="b"/>
                <a:pathLst>
                  <a:path w="1871" h="1855" extrusionOk="0">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3"/>
              <p:cNvSpPr/>
              <p:nvPr/>
            </p:nvSpPr>
            <p:spPr>
              <a:xfrm>
                <a:off x="3954950" y="3816175"/>
                <a:ext cx="51500" cy="51500"/>
              </a:xfrm>
              <a:custGeom>
                <a:avLst/>
                <a:gdLst/>
                <a:ahLst/>
                <a:cxnLst/>
                <a:rect l="l" t="t" r="r" b="b"/>
                <a:pathLst>
                  <a:path w="2060" h="2060" extrusionOk="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3"/>
              <p:cNvSpPr/>
              <p:nvPr/>
            </p:nvSpPr>
            <p:spPr>
              <a:xfrm>
                <a:off x="3900675" y="3731800"/>
                <a:ext cx="51525" cy="51525"/>
              </a:xfrm>
              <a:custGeom>
                <a:avLst/>
                <a:gdLst/>
                <a:ahLst/>
                <a:cxnLst/>
                <a:rect l="l" t="t" r="r" b="b"/>
                <a:pathLst>
                  <a:path w="2061" h="2061" extrusionOk="0">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3"/>
              <p:cNvSpPr/>
              <p:nvPr/>
            </p:nvSpPr>
            <p:spPr>
              <a:xfrm>
                <a:off x="3826225" y="3771400"/>
                <a:ext cx="51525" cy="51525"/>
              </a:xfrm>
              <a:custGeom>
                <a:avLst/>
                <a:gdLst/>
                <a:ahLst/>
                <a:cxnLst/>
                <a:rect l="l" t="t" r="r" b="b"/>
                <a:pathLst>
                  <a:path w="2061" h="2061" extrusionOk="0">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3"/>
              <p:cNvSpPr/>
              <p:nvPr/>
            </p:nvSpPr>
            <p:spPr>
              <a:xfrm>
                <a:off x="3360850" y="3410200"/>
                <a:ext cx="51525" cy="51500"/>
              </a:xfrm>
              <a:custGeom>
                <a:avLst/>
                <a:gdLst/>
                <a:ahLst/>
                <a:cxnLst/>
                <a:rect l="l" t="t" r="r" b="b"/>
                <a:pathLst>
                  <a:path w="2061" h="2060" extrusionOk="0">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3"/>
              <p:cNvSpPr/>
              <p:nvPr/>
            </p:nvSpPr>
            <p:spPr>
              <a:xfrm>
                <a:off x="2442775" y="3353175"/>
                <a:ext cx="51525" cy="51500"/>
              </a:xfrm>
              <a:custGeom>
                <a:avLst/>
                <a:gdLst/>
                <a:ahLst/>
                <a:cxnLst/>
                <a:rect l="l" t="t" r="r" b="b"/>
                <a:pathLst>
                  <a:path w="2061" h="2060" extrusionOk="0">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3"/>
              <p:cNvSpPr/>
              <p:nvPr/>
            </p:nvSpPr>
            <p:spPr>
              <a:xfrm>
                <a:off x="2569525" y="3318300"/>
                <a:ext cx="51500" cy="51925"/>
              </a:xfrm>
              <a:custGeom>
                <a:avLst/>
                <a:gdLst/>
                <a:ahLst/>
                <a:cxnLst/>
                <a:rect l="l" t="t" r="r" b="b"/>
                <a:pathLst>
                  <a:path w="2060" h="2077" extrusionOk="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3"/>
              <p:cNvSpPr/>
              <p:nvPr/>
            </p:nvSpPr>
            <p:spPr>
              <a:xfrm>
                <a:off x="2634875" y="3515950"/>
                <a:ext cx="51500" cy="51500"/>
              </a:xfrm>
              <a:custGeom>
                <a:avLst/>
                <a:gdLst/>
                <a:ahLst/>
                <a:cxnLst/>
                <a:rect l="l" t="t" r="r" b="b"/>
                <a:pathLst>
                  <a:path w="2060" h="2060" extrusionOk="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9" name="Google Shape;1559;p33"/>
            <p:cNvSpPr/>
            <p:nvPr/>
          </p:nvSpPr>
          <p:spPr>
            <a:xfrm>
              <a:off x="1133858" y="4080540"/>
              <a:ext cx="831600" cy="831600"/>
            </a:xfrm>
            <a:prstGeom prst="ellipse">
              <a:avLst/>
            </a:prstGeom>
            <a:gradFill>
              <a:gsLst>
                <a:gs pos="0">
                  <a:srgbClr val="FFFFFF">
                    <a:alpha val="52549"/>
                  </a:srgbClr>
                </a:gs>
                <a:gs pos="68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ira"/>
                <a:ea typeface="Saira"/>
                <a:cs typeface="Saira"/>
                <a:sym typeface="Saira"/>
              </a:endParaRPr>
            </a:p>
          </p:txBody>
        </p:sp>
        <p:sp>
          <p:nvSpPr>
            <p:cNvPr id="1560" name="Google Shape;1560;p33"/>
            <p:cNvSpPr/>
            <p:nvPr/>
          </p:nvSpPr>
          <p:spPr>
            <a:xfrm>
              <a:off x="142333" y="4235465"/>
              <a:ext cx="831600" cy="831600"/>
            </a:xfrm>
            <a:prstGeom prst="ellipse">
              <a:avLst/>
            </a:prstGeom>
            <a:gradFill>
              <a:gsLst>
                <a:gs pos="0">
                  <a:srgbClr val="FFFFFF">
                    <a:alpha val="52549"/>
                  </a:srgbClr>
                </a:gs>
                <a:gs pos="68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aira"/>
                <a:ea typeface="Saira"/>
                <a:cs typeface="Saira"/>
                <a:sym typeface="Saira"/>
              </a:endParaRPr>
            </a:p>
          </p:txBody>
        </p:sp>
      </p:grpSp>
      <p:cxnSp>
        <p:nvCxnSpPr>
          <p:cNvPr id="1561" name="Google Shape;1561;p33"/>
          <p:cNvCxnSpPr/>
          <p:nvPr/>
        </p:nvCxnSpPr>
        <p:spPr>
          <a:xfrm>
            <a:off x="1389673" y="2402469"/>
            <a:ext cx="3251100" cy="0"/>
          </a:xfrm>
          <a:prstGeom prst="straightConnector1">
            <a:avLst/>
          </a:prstGeom>
          <a:noFill/>
          <a:ln w="19050" cap="flat" cmpd="sng">
            <a:solidFill>
              <a:schemeClr val="dk1"/>
            </a:solidFill>
            <a:prstDash val="solid"/>
            <a:round/>
            <a:headEnd type="oval" w="med" len="med"/>
            <a:tailEnd type="oval" w="med" len="med"/>
          </a:ln>
        </p:spPr>
      </p:cxnSp>
      <p:pic>
        <p:nvPicPr>
          <p:cNvPr id="8" name="Picture Placeholder 7">
            <a:extLst>
              <a:ext uri="{FF2B5EF4-FFF2-40B4-BE49-F238E27FC236}">
                <a16:creationId xmlns:a16="http://schemas.microsoft.com/office/drawing/2014/main" id="{96380E42-F0F6-4A3B-AB21-C613FCCDDCC0}"/>
              </a:ext>
            </a:extLst>
          </p:cNvPr>
          <p:cNvPicPr>
            <a:picLocks noGrp="1" noChangeAspect="1"/>
          </p:cNvPicPr>
          <p:nvPr>
            <p:ph type="pic" idx="3"/>
          </p:nvPr>
        </p:nvPicPr>
        <p:blipFill>
          <a:blip r:embed="rId3"/>
          <a:srcRect l="30477" r="30477"/>
          <a:stretch>
            <a:fillRect/>
          </a:stretch>
        </p:blipFill>
        <p:spPr>
          <a:xfrm>
            <a:off x="5343525" y="708025"/>
            <a:ext cx="2605088" cy="375285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5"/>
        <p:cNvGrpSpPr/>
        <p:nvPr/>
      </p:nvGrpSpPr>
      <p:grpSpPr>
        <a:xfrm>
          <a:off x="0" y="0"/>
          <a:ext cx="0" cy="0"/>
          <a:chOff x="0" y="0"/>
          <a:chExt cx="0" cy="0"/>
        </a:xfrm>
      </p:grpSpPr>
      <p:sp>
        <p:nvSpPr>
          <p:cNvPr id="1526" name="Google Shape;1526;p32"/>
          <p:cNvSpPr txBox="1">
            <a:spLocks noGrp="1"/>
          </p:cNvSpPr>
          <p:nvPr>
            <p:ph type="body" idx="1"/>
          </p:nvPr>
        </p:nvSpPr>
        <p:spPr>
          <a:xfrm>
            <a:off x="3974166" y="2083650"/>
            <a:ext cx="4175700" cy="2364900"/>
          </a:xfrm>
          <a:prstGeom prst="rect">
            <a:avLst/>
          </a:prstGeom>
        </p:spPr>
        <p:txBody>
          <a:bodyPr spcFirstLastPara="1" wrap="square" lIns="91425" tIns="91425" rIns="91425" bIns="91425" anchor="t" anchorCtr="0">
            <a:noAutofit/>
          </a:bodyPr>
          <a:lstStyle/>
          <a:p>
            <a:pPr marL="0" lvl="0" indent="0" algn="just">
              <a:buSzPts val="1100"/>
              <a:buNone/>
            </a:pPr>
            <a:r>
              <a:rPr lang="en-US" dirty="0"/>
              <a:t>Computer science is an interdisciplinary field that involves computation, developing algorithms, machine learning, and the implementation of artificial intelligence. This field is broad, encompassing both scientific and engineering aspects that aim to provide a solution to certain problems (Hazzan et al., 2020). Through computer science, various software have been developed and multiple systems have been created, which are utilized by people and large businesses in their day-to-day settings.</a:t>
            </a:r>
            <a:endParaRPr dirty="0"/>
          </a:p>
        </p:txBody>
      </p:sp>
      <p:sp>
        <p:nvSpPr>
          <p:cNvPr id="1527" name="Google Shape;1527;p32"/>
          <p:cNvSpPr txBox="1">
            <a:spLocks noGrp="1"/>
          </p:cNvSpPr>
          <p:nvPr>
            <p:ph type="title"/>
          </p:nvPr>
        </p:nvSpPr>
        <p:spPr>
          <a:xfrm>
            <a:off x="3974166" y="788525"/>
            <a:ext cx="4484033" cy="1201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419" dirty="0" err="1">
                <a:latin typeface="OCR A Extended" panose="02010509020102010303" pitchFamily="50" charset="0"/>
              </a:rPr>
              <a:t>Computer</a:t>
            </a:r>
            <a:r>
              <a:rPr lang="es-419" dirty="0">
                <a:latin typeface="OCR A Extended" panose="02010509020102010303" pitchFamily="50" charset="0"/>
              </a:rPr>
              <a:t> </a:t>
            </a:r>
            <a:r>
              <a:rPr lang="es-419" dirty="0" err="1">
                <a:latin typeface="OCR A Extended" panose="02010509020102010303" pitchFamily="50" charset="0"/>
              </a:rPr>
              <a:t>Science</a:t>
            </a:r>
            <a:r>
              <a:rPr lang="es-419" dirty="0">
                <a:latin typeface="OCR A Extended" panose="02010509020102010303" pitchFamily="50" charset="0"/>
              </a:rPr>
              <a:t> as a Discipline</a:t>
            </a:r>
            <a:endParaRPr dirty="0">
              <a:latin typeface="OCR A Extended" panose="02010509020102010303" pitchFamily="50" charset="0"/>
            </a:endParaRPr>
          </a:p>
        </p:txBody>
      </p:sp>
      <p:pic>
        <p:nvPicPr>
          <p:cNvPr id="1028" name="Picture 4" descr="Program Matches Students to Their Ideal Computing Discipline">
            <a:extLst>
              <a:ext uri="{FF2B5EF4-FFF2-40B4-BE49-F238E27FC236}">
                <a16:creationId xmlns:a16="http://schemas.microsoft.com/office/drawing/2014/main" id="{A97F3C10-956D-4A2F-AAA6-A755438BA2CF}"/>
              </a:ext>
            </a:extLst>
          </p:cNvPr>
          <p:cNvPicPr>
            <a:picLocks noGrp="1" noChangeAspect="1" noChangeArrowheads="1"/>
          </p:cNvPicPr>
          <p:nvPr>
            <p:ph type="pic" idx="2"/>
          </p:nvPr>
        </p:nvPicPr>
        <p:blipFill>
          <a:blip r:embed="rId3">
            <a:extLst>
              <a:ext uri="{28A0092B-C50C-407E-A947-70E740481C1C}">
                <a14:useLocalDpi xmlns:a14="http://schemas.microsoft.com/office/drawing/2010/main" val="0"/>
              </a:ext>
            </a:extLst>
          </a:blip>
          <a:srcRect l="27425" r="27425"/>
          <a:stretch>
            <a:fillRect/>
          </a:stretch>
        </p:blipFill>
        <p:spPr bwMode="auto">
          <a:prstGeom prst="snip2DiagRect">
            <a:avLst/>
          </a:prstGeom>
          <a:solidFill>
            <a:srgbClr val="FFFFFF">
              <a:shade val="85000"/>
            </a:srgbClr>
          </a:solidFill>
          <a:ln w="88900" cap="sq">
            <a:solidFill>
              <a:schemeClr val="tx2">
                <a:lumMod val="25000"/>
              </a:schemeClr>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3" name="Action Button: Go to Beginning 2">
            <a:hlinkClick r:id="" action="ppaction://hlinkshowjump?jump=previousslide" highlightClick="1"/>
            <a:extLst>
              <a:ext uri="{FF2B5EF4-FFF2-40B4-BE49-F238E27FC236}">
                <a16:creationId xmlns:a16="http://schemas.microsoft.com/office/drawing/2014/main" id="{86A98A62-DEB2-4907-B9AB-AE53D11A7F13}"/>
              </a:ext>
            </a:extLst>
          </p:cNvPr>
          <p:cNvSpPr/>
          <p:nvPr/>
        </p:nvSpPr>
        <p:spPr>
          <a:xfrm>
            <a:off x="3906710" y="4774474"/>
            <a:ext cx="300446" cy="239682"/>
          </a:xfrm>
          <a:prstGeom prst="actionButtonBeginning">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dirty="0"/>
          </a:p>
        </p:txBody>
      </p:sp>
      <p:sp>
        <p:nvSpPr>
          <p:cNvPr id="5" name="Action Button: Go to End 4">
            <a:hlinkClick r:id="" action="ppaction://hlinkshowjump?jump=nextslide" highlightClick="1"/>
            <a:extLst>
              <a:ext uri="{FF2B5EF4-FFF2-40B4-BE49-F238E27FC236}">
                <a16:creationId xmlns:a16="http://schemas.microsoft.com/office/drawing/2014/main" id="{DAE3C228-0063-4574-B564-B804E2B2B5E9}"/>
              </a:ext>
            </a:extLst>
          </p:cNvPr>
          <p:cNvSpPr/>
          <p:nvPr/>
        </p:nvSpPr>
        <p:spPr>
          <a:xfrm>
            <a:off x="4936843" y="4774474"/>
            <a:ext cx="300446" cy="239682"/>
          </a:xfrm>
          <a:prstGeom prst="actionButtonEnd">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
        <p:nvSpPr>
          <p:cNvPr id="8" name="Action Button: Go Home 7">
            <a:hlinkClick r:id="rId4" action="ppaction://hlinksldjump" highlightClick="1"/>
            <a:extLst>
              <a:ext uri="{FF2B5EF4-FFF2-40B4-BE49-F238E27FC236}">
                <a16:creationId xmlns:a16="http://schemas.microsoft.com/office/drawing/2014/main" id="{307AE194-5AF8-4F44-A3EB-936542DE058E}"/>
              </a:ext>
            </a:extLst>
          </p:cNvPr>
          <p:cNvSpPr/>
          <p:nvPr/>
        </p:nvSpPr>
        <p:spPr>
          <a:xfrm>
            <a:off x="4421776" y="4774474"/>
            <a:ext cx="300446" cy="239682"/>
          </a:xfrm>
          <a:prstGeom prst="actionButtonHome">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5"/>
        <p:cNvGrpSpPr/>
        <p:nvPr/>
      </p:nvGrpSpPr>
      <p:grpSpPr>
        <a:xfrm>
          <a:off x="0" y="0"/>
          <a:ext cx="0" cy="0"/>
          <a:chOff x="0" y="0"/>
          <a:chExt cx="0" cy="0"/>
        </a:xfrm>
      </p:grpSpPr>
      <p:sp>
        <p:nvSpPr>
          <p:cNvPr id="1626" name="Google Shape;1626;p39"/>
          <p:cNvSpPr txBox="1">
            <a:spLocks noGrp="1"/>
          </p:cNvSpPr>
          <p:nvPr>
            <p:ph type="title"/>
          </p:nvPr>
        </p:nvSpPr>
        <p:spPr>
          <a:xfrm>
            <a:off x="2159550" y="1527013"/>
            <a:ext cx="4824900" cy="1170300"/>
          </a:xfrm>
          <a:prstGeom prst="rect">
            <a:avLst/>
          </a:prstGeom>
        </p:spPr>
        <p:txBody>
          <a:bodyPr spcFirstLastPara="1" wrap="square" lIns="91425" tIns="91425" rIns="91425" bIns="91425" anchor="b" anchorCtr="0">
            <a:noAutofit/>
          </a:bodyPr>
          <a:lstStyle/>
          <a:p>
            <a:pPr lvl="0"/>
            <a:r>
              <a:rPr lang="es-419" sz="3600" dirty="0" err="1">
                <a:latin typeface="OCR A Extended" panose="02010509020102010303" pitchFamily="50" charset="0"/>
              </a:rPr>
              <a:t>Different</a:t>
            </a:r>
            <a:r>
              <a:rPr lang="es-419" sz="3600" dirty="0">
                <a:latin typeface="OCR A Extended" panose="02010509020102010303" pitchFamily="50" charset="0"/>
              </a:rPr>
              <a:t> Computing </a:t>
            </a:r>
            <a:r>
              <a:rPr lang="es-419" sz="3600" dirty="0" err="1">
                <a:latin typeface="OCR A Extended" panose="02010509020102010303" pitchFamily="50" charset="0"/>
              </a:rPr>
              <a:t>Majors</a:t>
            </a:r>
            <a:endParaRPr lang="es-419" sz="3600" dirty="0">
              <a:latin typeface="OCR A Extended" panose="02010509020102010303" pitchFamily="50" charset="0"/>
            </a:endParaRPr>
          </a:p>
        </p:txBody>
      </p:sp>
      <p:sp>
        <p:nvSpPr>
          <p:cNvPr id="1627" name="Google Shape;1627;p39"/>
          <p:cNvSpPr txBox="1">
            <a:spLocks noGrp="1"/>
          </p:cNvSpPr>
          <p:nvPr>
            <p:ph type="subTitle" idx="1"/>
          </p:nvPr>
        </p:nvSpPr>
        <p:spPr>
          <a:xfrm>
            <a:off x="2159550" y="2894459"/>
            <a:ext cx="4824900" cy="409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Group 2- CIS 1102N</a:t>
            </a:r>
            <a:endParaRPr dirty="0"/>
          </a:p>
        </p:txBody>
      </p:sp>
      <p:cxnSp>
        <p:nvCxnSpPr>
          <p:cNvPr id="1628" name="Google Shape;1628;p39"/>
          <p:cNvCxnSpPr>
            <a:cxnSpLocks/>
          </p:cNvCxnSpPr>
          <p:nvPr/>
        </p:nvCxnSpPr>
        <p:spPr>
          <a:xfrm>
            <a:off x="2090057" y="2767592"/>
            <a:ext cx="4820194" cy="0"/>
          </a:xfrm>
          <a:prstGeom prst="straightConnector1">
            <a:avLst/>
          </a:prstGeom>
          <a:noFill/>
          <a:ln w="19050" cap="flat" cmpd="sng">
            <a:solidFill>
              <a:schemeClr val="dk1"/>
            </a:solidFill>
            <a:prstDash val="solid"/>
            <a:round/>
            <a:headEnd type="oval" w="med" len="med"/>
            <a:tailEnd type="oval" w="med" len="med"/>
          </a:ln>
        </p:spPr>
      </p:cxnSp>
      <p:sp>
        <p:nvSpPr>
          <p:cNvPr id="7" name="Google Shape;1534;p33">
            <a:extLst>
              <a:ext uri="{FF2B5EF4-FFF2-40B4-BE49-F238E27FC236}">
                <a16:creationId xmlns:a16="http://schemas.microsoft.com/office/drawing/2014/main" id="{C59831D3-5A15-45DA-A6A8-85B2FB5B6496}"/>
              </a:ext>
            </a:extLst>
          </p:cNvPr>
          <p:cNvSpPr txBox="1">
            <a:spLocks/>
          </p:cNvSpPr>
          <p:nvPr/>
        </p:nvSpPr>
        <p:spPr>
          <a:xfrm>
            <a:off x="2090057" y="1202509"/>
            <a:ext cx="1080000" cy="10011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s-419" sz="4400" dirty="0">
                <a:solidFill>
                  <a:schemeClr val="tx1"/>
                </a:solidFill>
                <a:latin typeface="Aldrich"/>
              </a:rPr>
              <a:t>02</a:t>
            </a:r>
          </a:p>
        </p:txBody>
      </p:sp>
      <p:cxnSp>
        <p:nvCxnSpPr>
          <p:cNvPr id="14" name="Straight Connector 13">
            <a:extLst>
              <a:ext uri="{FF2B5EF4-FFF2-40B4-BE49-F238E27FC236}">
                <a16:creationId xmlns:a16="http://schemas.microsoft.com/office/drawing/2014/main" id="{B2BAC50D-1D19-44D4-8276-FA10C4A56379}"/>
              </a:ext>
            </a:extLst>
          </p:cNvPr>
          <p:cNvCxnSpPr/>
          <p:nvPr/>
        </p:nvCxnSpPr>
        <p:spPr>
          <a:xfrm>
            <a:off x="3176074" y="1365068"/>
            <a:ext cx="0" cy="777240"/>
          </a:xfrm>
          <a:prstGeom prst="line">
            <a:avLst/>
          </a:prstGeom>
          <a:ln>
            <a:solidFill>
              <a:schemeClr val="tx1"/>
            </a:solidFill>
          </a:ln>
        </p:spPr>
        <p:style>
          <a:lnRef idx="1">
            <a:schemeClr val="accent3"/>
          </a:lnRef>
          <a:fillRef idx="0">
            <a:schemeClr val="accent3"/>
          </a:fillRef>
          <a:effectRef idx="0">
            <a:schemeClr val="accent3"/>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5"/>
        <p:cNvGrpSpPr/>
        <p:nvPr/>
      </p:nvGrpSpPr>
      <p:grpSpPr>
        <a:xfrm>
          <a:off x="0" y="0"/>
          <a:ext cx="0" cy="0"/>
          <a:chOff x="0" y="0"/>
          <a:chExt cx="0" cy="0"/>
        </a:xfrm>
      </p:grpSpPr>
      <p:sp>
        <p:nvSpPr>
          <p:cNvPr id="1566" name="Google Shape;1566;p34"/>
          <p:cNvSpPr txBox="1">
            <a:spLocks noGrp="1"/>
          </p:cNvSpPr>
          <p:nvPr>
            <p:ph type="title"/>
          </p:nvPr>
        </p:nvSpPr>
        <p:spPr>
          <a:xfrm>
            <a:off x="1319698" y="227400"/>
            <a:ext cx="6504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dirty="0">
                <a:latin typeface="OCR A Extended" panose="02010509020102010303" pitchFamily="50" charset="0"/>
              </a:rPr>
              <a:t>Computing </a:t>
            </a:r>
            <a:r>
              <a:rPr lang="es-419" dirty="0" err="1">
                <a:latin typeface="OCR A Extended" panose="02010509020102010303" pitchFamily="50" charset="0"/>
              </a:rPr>
              <a:t>Majors</a:t>
            </a:r>
            <a:r>
              <a:rPr lang="es-419" dirty="0">
                <a:latin typeface="OCR A Extended" panose="02010509020102010303" pitchFamily="50" charset="0"/>
              </a:rPr>
              <a:t> and </a:t>
            </a:r>
            <a:r>
              <a:rPr lang="es-419" dirty="0" err="1">
                <a:latin typeface="OCR A Extended" panose="02010509020102010303" pitchFamily="50" charset="0"/>
              </a:rPr>
              <a:t>Fields</a:t>
            </a:r>
            <a:endParaRPr dirty="0">
              <a:latin typeface="OCR A Extended" panose="02010509020102010303" pitchFamily="50" charset="0"/>
            </a:endParaRPr>
          </a:p>
        </p:txBody>
      </p:sp>
      <p:sp>
        <p:nvSpPr>
          <p:cNvPr id="1569" name="Google Shape;1569;p34"/>
          <p:cNvSpPr txBox="1">
            <a:spLocks noGrp="1"/>
          </p:cNvSpPr>
          <p:nvPr>
            <p:ph type="subTitle" idx="3"/>
          </p:nvPr>
        </p:nvSpPr>
        <p:spPr>
          <a:xfrm>
            <a:off x="1482986" y="1535670"/>
            <a:ext cx="6504600" cy="3023267"/>
          </a:xfrm>
          <a:prstGeom prst="rect">
            <a:avLst/>
          </a:prstGeom>
        </p:spPr>
        <p:txBody>
          <a:bodyPr spcFirstLastPara="1" wrap="square" lIns="91425" tIns="91425" rIns="91425" bIns="91425" anchor="t" anchorCtr="0">
            <a:noAutofit/>
          </a:bodyPr>
          <a:lstStyle/>
          <a:p>
            <a:pPr marL="0" lvl="0" indent="0" algn="just"/>
            <a:r>
              <a:rPr lang="en-US" sz="2000" dirty="0"/>
              <a:t>There are various computing fields and majors that make up the tech industry. These fields and majors are unique in their own way. Despite their differences, these fields work in ways that strive to innovate the world. Some of these computing fields are computer science, information technology, information systems, computer engineering, software engineering, etc.</a:t>
            </a:r>
            <a:endParaRPr sz="2000" dirty="0"/>
          </a:p>
        </p:txBody>
      </p:sp>
      <p:sp>
        <p:nvSpPr>
          <p:cNvPr id="7" name="Action Button: Go to Beginning 6">
            <a:hlinkClick r:id="" action="ppaction://hlinkshowjump?jump=previousslide" highlightClick="1"/>
            <a:extLst>
              <a:ext uri="{FF2B5EF4-FFF2-40B4-BE49-F238E27FC236}">
                <a16:creationId xmlns:a16="http://schemas.microsoft.com/office/drawing/2014/main" id="{EF6AD05D-1BCF-4DB3-A26E-3BCE6BB3CD2D}"/>
              </a:ext>
            </a:extLst>
          </p:cNvPr>
          <p:cNvSpPr/>
          <p:nvPr/>
        </p:nvSpPr>
        <p:spPr>
          <a:xfrm>
            <a:off x="3939369" y="4676418"/>
            <a:ext cx="300446" cy="239682"/>
          </a:xfrm>
          <a:prstGeom prst="actionButtonBeginning">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dirty="0"/>
          </a:p>
        </p:txBody>
      </p:sp>
      <p:sp>
        <p:nvSpPr>
          <p:cNvPr id="8" name="Action Button: Go to End 7">
            <a:hlinkClick r:id="" action="ppaction://hlinkshowjump?jump=nextslide" highlightClick="1"/>
            <a:extLst>
              <a:ext uri="{FF2B5EF4-FFF2-40B4-BE49-F238E27FC236}">
                <a16:creationId xmlns:a16="http://schemas.microsoft.com/office/drawing/2014/main" id="{A6C6A567-8576-48E4-B08E-C8224B5AF228}"/>
              </a:ext>
            </a:extLst>
          </p:cNvPr>
          <p:cNvSpPr/>
          <p:nvPr/>
        </p:nvSpPr>
        <p:spPr>
          <a:xfrm>
            <a:off x="4969502" y="4676418"/>
            <a:ext cx="300446" cy="239682"/>
          </a:xfrm>
          <a:prstGeom prst="actionButtonEnd">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
        <p:nvSpPr>
          <p:cNvPr id="9" name="Action Button: Go Home 8">
            <a:hlinkClick r:id="rId3" action="ppaction://hlinksldjump" highlightClick="1"/>
            <a:extLst>
              <a:ext uri="{FF2B5EF4-FFF2-40B4-BE49-F238E27FC236}">
                <a16:creationId xmlns:a16="http://schemas.microsoft.com/office/drawing/2014/main" id="{EAF36EDC-F6CA-4671-9BC0-8913B8C7F322}"/>
              </a:ext>
            </a:extLst>
          </p:cNvPr>
          <p:cNvSpPr/>
          <p:nvPr/>
        </p:nvSpPr>
        <p:spPr>
          <a:xfrm>
            <a:off x="4454435" y="4676418"/>
            <a:ext cx="300446" cy="239682"/>
          </a:xfrm>
          <a:prstGeom prst="actionButtonHome">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4"/>
        <p:cNvGrpSpPr/>
        <p:nvPr/>
      </p:nvGrpSpPr>
      <p:grpSpPr>
        <a:xfrm>
          <a:off x="0" y="0"/>
          <a:ext cx="0" cy="0"/>
          <a:chOff x="0" y="0"/>
          <a:chExt cx="0" cy="0"/>
        </a:xfrm>
      </p:grpSpPr>
      <p:sp>
        <p:nvSpPr>
          <p:cNvPr id="1575" name="Google Shape;1575;p35"/>
          <p:cNvSpPr txBox="1">
            <a:spLocks noGrp="1"/>
          </p:cNvSpPr>
          <p:nvPr>
            <p:ph type="subTitle" idx="1"/>
          </p:nvPr>
        </p:nvSpPr>
        <p:spPr>
          <a:xfrm>
            <a:off x="720000" y="1314204"/>
            <a:ext cx="2336400" cy="71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latin typeface="OCR A Extended" panose="02010509020102010303" pitchFamily="50" charset="0"/>
              </a:rPr>
              <a:t>Computer </a:t>
            </a:r>
          </a:p>
          <a:p>
            <a:pPr marL="0" lvl="0" indent="0" algn="ctr" rtl="0">
              <a:spcBef>
                <a:spcPts val="0"/>
              </a:spcBef>
              <a:spcAft>
                <a:spcPts val="0"/>
              </a:spcAft>
              <a:buNone/>
            </a:pPr>
            <a:r>
              <a:rPr lang="en-US" dirty="0">
                <a:latin typeface="OCR A Extended" panose="02010509020102010303" pitchFamily="50" charset="0"/>
              </a:rPr>
              <a:t>Science:</a:t>
            </a:r>
            <a:endParaRPr dirty="0">
              <a:latin typeface="OCR A Extended" panose="02010509020102010303" pitchFamily="50" charset="0"/>
            </a:endParaRPr>
          </a:p>
        </p:txBody>
      </p:sp>
      <p:sp>
        <p:nvSpPr>
          <p:cNvPr id="1576" name="Google Shape;1576;p35"/>
          <p:cNvSpPr txBox="1">
            <a:spLocks noGrp="1"/>
          </p:cNvSpPr>
          <p:nvPr>
            <p:ph type="subTitle" idx="5"/>
          </p:nvPr>
        </p:nvSpPr>
        <p:spPr>
          <a:xfrm>
            <a:off x="3403800" y="1314204"/>
            <a:ext cx="2336400" cy="71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dirty="0">
                <a:latin typeface="OCR A Extended" panose="02010509020102010303" pitchFamily="50" charset="0"/>
              </a:rPr>
              <a:t>Software </a:t>
            </a:r>
          </a:p>
          <a:p>
            <a:pPr marL="0" lvl="0" indent="0" algn="ctr" rtl="0">
              <a:spcBef>
                <a:spcPts val="0"/>
              </a:spcBef>
              <a:spcAft>
                <a:spcPts val="0"/>
              </a:spcAft>
              <a:buNone/>
            </a:pPr>
            <a:r>
              <a:rPr lang="es-419" dirty="0" err="1">
                <a:latin typeface="OCR A Extended" panose="02010509020102010303" pitchFamily="50" charset="0"/>
              </a:rPr>
              <a:t>Engineering</a:t>
            </a:r>
            <a:r>
              <a:rPr lang="es-419" dirty="0">
                <a:latin typeface="OCR A Extended" panose="02010509020102010303" pitchFamily="50" charset="0"/>
              </a:rPr>
              <a:t>:</a:t>
            </a:r>
            <a:endParaRPr dirty="0">
              <a:latin typeface="OCR A Extended" panose="02010509020102010303" pitchFamily="50" charset="0"/>
            </a:endParaRPr>
          </a:p>
        </p:txBody>
      </p:sp>
      <p:sp>
        <p:nvSpPr>
          <p:cNvPr id="1577" name="Google Shape;1577;p35"/>
          <p:cNvSpPr txBox="1">
            <a:spLocks noGrp="1"/>
          </p:cNvSpPr>
          <p:nvPr>
            <p:ph type="subTitle" idx="6"/>
          </p:nvPr>
        </p:nvSpPr>
        <p:spPr>
          <a:xfrm>
            <a:off x="6035348" y="1314204"/>
            <a:ext cx="2336400" cy="71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dirty="0" err="1">
                <a:latin typeface="OCR A Extended" panose="02010509020102010303" pitchFamily="50" charset="0"/>
              </a:rPr>
              <a:t>Information</a:t>
            </a:r>
            <a:r>
              <a:rPr lang="es-419" dirty="0">
                <a:latin typeface="OCR A Extended" panose="02010509020102010303" pitchFamily="50" charset="0"/>
              </a:rPr>
              <a:t> </a:t>
            </a:r>
            <a:r>
              <a:rPr lang="es-419" dirty="0" err="1">
                <a:latin typeface="OCR A Extended" panose="02010509020102010303" pitchFamily="50" charset="0"/>
              </a:rPr>
              <a:t>Technology</a:t>
            </a:r>
            <a:r>
              <a:rPr lang="es-419" dirty="0">
                <a:latin typeface="OCR A Extended" panose="02010509020102010303" pitchFamily="50" charset="0"/>
              </a:rPr>
              <a:t>:</a:t>
            </a:r>
          </a:p>
        </p:txBody>
      </p:sp>
      <p:sp>
        <p:nvSpPr>
          <p:cNvPr id="1578" name="Google Shape;1578;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dirty="0">
                <a:latin typeface="OCR A Extended" panose="02010509020102010303" pitchFamily="50" charset="0"/>
              </a:rPr>
              <a:t>Computing </a:t>
            </a:r>
            <a:r>
              <a:rPr lang="es-419" dirty="0" err="1">
                <a:latin typeface="OCR A Extended" panose="02010509020102010303" pitchFamily="50" charset="0"/>
              </a:rPr>
              <a:t>Fields</a:t>
            </a:r>
            <a:r>
              <a:rPr lang="es-419" dirty="0">
                <a:latin typeface="OCR A Extended" panose="02010509020102010303" pitchFamily="50" charset="0"/>
              </a:rPr>
              <a:t>:</a:t>
            </a:r>
            <a:endParaRPr dirty="0">
              <a:latin typeface="OCR A Extended" panose="02010509020102010303" pitchFamily="50" charset="0"/>
            </a:endParaRPr>
          </a:p>
        </p:txBody>
      </p:sp>
      <p:sp>
        <p:nvSpPr>
          <p:cNvPr id="1579" name="Google Shape;1579;p35"/>
          <p:cNvSpPr txBox="1">
            <a:spLocks noGrp="1"/>
          </p:cNvSpPr>
          <p:nvPr>
            <p:ph type="subTitle" idx="2"/>
          </p:nvPr>
        </p:nvSpPr>
        <p:spPr>
          <a:xfrm>
            <a:off x="580821" y="1991989"/>
            <a:ext cx="2779516" cy="2165217"/>
          </a:xfrm>
          <a:prstGeom prst="rect">
            <a:avLst/>
          </a:prstGeom>
        </p:spPr>
        <p:txBody>
          <a:bodyPr spcFirstLastPara="1" wrap="square" lIns="91425" tIns="91425" rIns="91425" bIns="91425" anchor="t" anchorCtr="0">
            <a:noAutofit/>
          </a:bodyPr>
          <a:lstStyle/>
          <a:p>
            <a:pPr marL="0" lvl="0" indent="0" algn="just"/>
            <a:r>
              <a:rPr lang="en-US" sz="1050" dirty="0"/>
              <a:t>Computer science is a large computing field that has become popular over the decade. It is considered an engineering discipline for computation and automation, as well as the scientific and practical approach to processing information. It is the development of principles revealing a computer’s function and is a field that aims to create new technology and computational solutions/algorithms (Singh, 2025).</a:t>
            </a:r>
            <a:endParaRPr sz="1050" dirty="0"/>
          </a:p>
        </p:txBody>
      </p:sp>
      <p:sp>
        <p:nvSpPr>
          <p:cNvPr id="1580" name="Google Shape;1580;p35"/>
          <p:cNvSpPr txBox="1">
            <a:spLocks noGrp="1"/>
          </p:cNvSpPr>
          <p:nvPr>
            <p:ph type="subTitle" idx="3"/>
          </p:nvPr>
        </p:nvSpPr>
        <p:spPr>
          <a:xfrm>
            <a:off x="3447263" y="1991989"/>
            <a:ext cx="2398366" cy="1786200"/>
          </a:xfrm>
          <a:prstGeom prst="rect">
            <a:avLst/>
          </a:prstGeom>
        </p:spPr>
        <p:txBody>
          <a:bodyPr spcFirstLastPara="1" wrap="square" lIns="91425" tIns="91425" rIns="91425" bIns="91425" anchor="t" anchorCtr="0">
            <a:noAutofit/>
          </a:bodyPr>
          <a:lstStyle/>
          <a:p>
            <a:pPr marL="0" lvl="0" indent="0" algn="just"/>
            <a:r>
              <a:rPr lang="en-US" sz="1050" dirty="0"/>
              <a:t>A systematic collection of well-written programs and the development practices of techniques. This is what software engineering is. It discusses systematic and cost-effective techniques for software development and is executed through an engineering approach (Mall, 2018). This major is focused on creating and implementing efficient and reliable software systems.</a:t>
            </a:r>
            <a:endParaRPr sz="1050" dirty="0"/>
          </a:p>
        </p:txBody>
      </p:sp>
      <p:sp>
        <p:nvSpPr>
          <p:cNvPr id="1581" name="Google Shape;1581;p35"/>
          <p:cNvSpPr txBox="1">
            <a:spLocks noGrp="1"/>
          </p:cNvSpPr>
          <p:nvPr>
            <p:ph type="subTitle" idx="4"/>
          </p:nvPr>
        </p:nvSpPr>
        <p:spPr>
          <a:xfrm>
            <a:off x="6087600" y="2027604"/>
            <a:ext cx="2614756" cy="1786200"/>
          </a:xfrm>
          <a:prstGeom prst="rect">
            <a:avLst/>
          </a:prstGeom>
        </p:spPr>
        <p:txBody>
          <a:bodyPr spcFirstLastPara="1" wrap="square" lIns="91425" tIns="91425" rIns="91425" bIns="91425" anchor="t" anchorCtr="0">
            <a:noAutofit/>
          </a:bodyPr>
          <a:lstStyle/>
          <a:p>
            <a:pPr marL="0" indent="0" algn="just"/>
            <a:r>
              <a:rPr lang="en-US" sz="1050" dirty="0"/>
              <a:t>Information technology is a computing major that establishes and maintains various computer infrastructures. This field focuses on organizational needs, and it helps enable users to accomplish personal and organizational as well as societal goals (Association for Computing Machinery and IEEE Computer Society, 2020).</a:t>
            </a:r>
            <a:endParaRPr dirty="0"/>
          </a:p>
        </p:txBody>
      </p:sp>
      <p:sp>
        <p:nvSpPr>
          <p:cNvPr id="13" name="Action Button: Go to Beginning 12">
            <a:hlinkClick r:id="" action="ppaction://hlinkshowjump?jump=previousslide" highlightClick="1"/>
            <a:extLst>
              <a:ext uri="{FF2B5EF4-FFF2-40B4-BE49-F238E27FC236}">
                <a16:creationId xmlns:a16="http://schemas.microsoft.com/office/drawing/2014/main" id="{48F215F4-67CB-408E-9D3A-E4D36FB3B7F6}"/>
              </a:ext>
            </a:extLst>
          </p:cNvPr>
          <p:cNvSpPr/>
          <p:nvPr/>
        </p:nvSpPr>
        <p:spPr>
          <a:xfrm>
            <a:off x="3906710" y="4774474"/>
            <a:ext cx="300446" cy="239682"/>
          </a:xfrm>
          <a:prstGeom prst="actionButtonBeginning">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dirty="0"/>
          </a:p>
        </p:txBody>
      </p:sp>
      <p:sp>
        <p:nvSpPr>
          <p:cNvPr id="14" name="Action Button: Go to End 13">
            <a:hlinkClick r:id="" action="ppaction://hlinkshowjump?jump=nextslide" highlightClick="1"/>
            <a:extLst>
              <a:ext uri="{FF2B5EF4-FFF2-40B4-BE49-F238E27FC236}">
                <a16:creationId xmlns:a16="http://schemas.microsoft.com/office/drawing/2014/main" id="{446B3434-5898-457A-B7EF-7C904A491FF3}"/>
              </a:ext>
            </a:extLst>
          </p:cNvPr>
          <p:cNvSpPr/>
          <p:nvPr/>
        </p:nvSpPr>
        <p:spPr>
          <a:xfrm>
            <a:off x="4936843" y="4774474"/>
            <a:ext cx="300446" cy="239682"/>
          </a:xfrm>
          <a:prstGeom prst="actionButtonEnd">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
        <p:nvSpPr>
          <p:cNvPr id="15" name="Action Button: Go Home 14">
            <a:hlinkClick r:id="rId3" action="ppaction://hlinksldjump" highlightClick="1"/>
            <a:extLst>
              <a:ext uri="{FF2B5EF4-FFF2-40B4-BE49-F238E27FC236}">
                <a16:creationId xmlns:a16="http://schemas.microsoft.com/office/drawing/2014/main" id="{1F15E195-3B83-4347-A533-F97BD8B70BF1}"/>
              </a:ext>
            </a:extLst>
          </p:cNvPr>
          <p:cNvSpPr/>
          <p:nvPr/>
        </p:nvSpPr>
        <p:spPr>
          <a:xfrm>
            <a:off x="4421776" y="4774474"/>
            <a:ext cx="300446" cy="239682"/>
          </a:xfrm>
          <a:prstGeom prst="actionButtonHome">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4"/>
        <p:cNvGrpSpPr/>
        <p:nvPr/>
      </p:nvGrpSpPr>
      <p:grpSpPr>
        <a:xfrm>
          <a:off x="0" y="0"/>
          <a:ext cx="0" cy="0"/>
          <a:chOff x="0" y="0"/>
          <a:chExt cx="0" cy="0"/>
        </a:xfrm>
      </p:grpSpPr>
      <p:sp>
        <p:nvSpPr>
          <p:cNvPr id="1575" name="Google Shape;1575;p35"/>
          <p:cNvSpPr txBox="1">
            <a:spLocks noGrp="1"/>
          </p:cNvSpPr>
          <p:nvPr>
            <p:ph type="subTitle" idx="1"/>
          </p:nvPr>
        </p:nvSpPr>
        <p:spPr>
          <a:xfrm>
            <a:off x="1601126" y="1309059"/>
            <a:ext cx="2336400" cy="71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latin typeface="OCR A Extended" panose="02010509020102010303" pitchFamily="50" charset="0"/>
              </a:rPr>
              <a:t>Information</a:t>
            </a:r>
          </a:p>
          <a:p>
            <a:pPr marL="0" lvl="0" indent="0" algn="ctr" rtl="0">
              <a:spcBef>
                <a:spcPts val="0"/>
              </a:spcBef>
              <a:spcAft>
                <a:spcPts val="0"/>
              </a:spcAft>
              <a:buNone/>
            </a:pPr>
            <a:r>
              <a:rPr lang="en-US" dirty="0">
                <a:latin typeface="OCR A Extended" panose="02010509020102010303" pitchFamily="50" charset="0"/>
              </a:rPr>
              <a:t>Systems:</a:t>
            </a:r>
            <a:endParaRPr dirty="0">
              <a:latin typeface="OCR A Extended" panose="02010509020102010303" pitchFamily="50" charset="0"/>
            </a:endParaRPr>
          </a:p>
        </p:txBody>
      </p:sp>
      <p:sp>
        <p:nvSpPr>
          <p:cNvPr id="1576" name="Google Shape;1576;p35"/>
          <p:cNvSpPr txBox="1">
            <a:spLocks noGrp="1"/>
          </p:cNvSpPr>
          <p:nvPr>
            <p:ph type="subTitle" idx="5"/>
          </p:nvPr>
        </p:nvSpPr>
        <p:spPr>
          <a:xfrm>
            <a:off x="5206475" y="1309059"/>
            <a:ext cx="2336400" cy="71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dirty="0" err="1">
                <a:latin typeface="OCR A Extended" panose="02010509020102010303" pitchFamily="50" charset="0"/>
              </a:rPr>
              <a:t>Computer</a:t>
            </a:r>
            <a:r>
              <a:rPr lang="es-419" dirty="0">
                <a:latin typeface="OCR A Extended" panose="02010509020102010303" pitchFamily="50" charset="0"/>
              </a:rPr>
              <a:t> </a:t>
            </a:r>
          </a:p>
          <a:p>
            <a:pPr marL="0" lvl="0" indent="0" algn="ctr" rtl="0">
              <a:spcBef>
                <a:spcPts val="0"/>
              </a:spcBef>
              <a:spcAft>
                <a:spcPts val="0"/>
              </a:spcAft>
              <a:buNone/>
            </a:pPr>
            <a:r>
              <a:rPr lang="es-419" dirty="0" err="1">
                <a:latin typeface="OCR A Extended" panose="02010509020102010303" pitchFamily="50" charset="0"/>
              </a:rPr>
              <a:t>Engineering</a:t>
            </a:r>
            <a:endParaRPr dirty="0">
              <a:latin typeface="OCR A Extended" panose="02010509020102010303" pitchFamily="50" charset="0"/>
            </a:endParaRPr>
          </a:p>
        </p:txBody>
      </p:sp>
      <p:sp>
        <p:nvSpPr>
          <p:cNvPr id="1578" name="Google Shape;1578;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dirty="0">
                <a:latin typeface="OCR A Extended" panose="02010509020102010303" pitchFamily="50" charset="0"/>
              </a:rPr>
              <a:t>Computing </a:t>
            </a:r>
            <a:r>
              <a:rPr lang="es-419" dirty="0" err="1">
                <a:latin typeface="OCR A Extended" panose="02010509020102010303" pitchFamily="50" charset="0"/>
              </a:rPr>
              <a:t>Fields</a:t>
            </a:r>
            <a:r>
              <a:rPr lang="es-419" dirty="0">
                <a:latin typeface="OCR A Extended" panose="02010509020102010303" pitchFamily="50" charset="0"/>
              </a:rPr>
              <a:t>:</a:t>
            </a:r>
            <a:endParaRPr dirty="0">
              <a:latin typeface="OCR A Extended" panose="02010509020102010303" pitchFamily="50" charset="0"/>
            </a:endParaRPr>
          </a:p>
        </p:txBody>
      </p:sp>
      <p:sp>
        <p:nvSpPr>
          <p:cNvPr id="1579" name="Google Shape;1579;p35"/>
          <p:cNvSpPr txBox="1">
            <a:spLocks noGrp="1"/>
          </p:cNvSpPr>
          <p:nvPr>
            <p:ph type="subTitle" idx="2"/>
          </p:nvPr>
        </p:nvSpPr>
        <p:spPr>
          <a:xfrm>
            <a:off x="797296" y="2022459"/>
            <a:ext cx="3657138" cy="1908282"/>
          </a:xfrm>
          <a:prstGeom prst="rect">
            <a:avLst/>
          </a:prstGeom>
        </p:spPr>
        <p:txBody>
          <a:bodyPr spcFirstLastPara="1" wrap="square" lIns="91425" tIns="91425" rIns="91425" bIns="91425" anchor="t" anchorCtr="0">
            <a:noAutofit/>
          </a:bodyPr>
          <a:lstStyle/>
          <a:p>
            <a:pPr algn="just"/>
            <a:r>
              <a:rPr lang="en-US" dirty="0"/>
              <a:t>	Information systems is a computing discipline concerned with the development and use of computer-based products in different organizations but is mostly focused on the technological aspects and not the social (Oates et al. 2022). It is also the discipline that bridges the gap between different majors. This discipline applies to various fields, including business, medicine, and engineering, by integrating them with technological aspects.</a:t>
            </a:r>
            <a:endParaRPr lang="en-US" dirty="0">
              <a:effectLst/>
            </a:endParaRPr>
          </a:p>
        </p:txBody>
      </p:sp>
      <p:sp>
        <p:nvSpPr>
          <p:cNvPr id="1580" name="Google Shape;1580;p35"/>
          <p:cNvSpPr txBox="1">
            <a:spLocks noGrp="1"/>
          </p:cNvSpPr>
          <p:nvPr>
            <p:ph type="subTitle" idx="3"/>
          </p:nvPr>
        </p:nvSpPr>
        <p:spPr>
          <a:xfrm>
            <a:off x="4950825" y="2083500"/>
            <a:ext cx="2840245" cy="1786200"/>
          </a:xfrm>
          <a:prstGeom prst="rect">
            <a:avLst/>
          </a:prstGeom>
        </p:spPr>
        <p:txBody>
          <a:bodyPr spcFirstLastPara="1" wrap="square" lIns="91425" tIns="91425" rIns="91425" bIns="91425" anchor="t" anchorCtr="0">
            <a:noAutofit/>
          </a:bodyPr>
          <a:lstStyle/>
          <a:p>
            <a:pPr marL="0" lvl="0" indent="0" algn="just"/>
            <a:r>
              <a:rPr lang="en-US" dirty="0"/>
              <a:t>Computer engineering began in 1939 when John Vincent Atanasoff and Clifford Berry developed the first electronic digital computer in the world through physics, mathematics, and electrical engineering (</a:t>
            </a:r>
            <a:r>
              <a:rPr lang="en-US" dirty="0" err="1"/>
              <a:t>Ridha</a:t>
            </a:r>
            <a:r>
              <a:rPr lang="en-US" dirty="0"/>
              <a:t> M. et al., 2020). This computing field is concerned with developing a machine/product through the use of software and hardware.</a:t>
            </a:r>
            <a:endParaRPr dirty="0"/>
          </a:p>
        </p:txBody>
      </p:sp>
      <p:sp>
        <p:nvSpPr>
          <p:cNvPr id="8" name="Action Button: Go to Beginning 7">
            <a:hlinkClick r:id="" action="ppaction://hlinkshowjump?jump=previousslide" highlightClick="1"/>
            <a:extLst>
              <a:ext uri="{FF2B5EF4-FFF2-40B4-BE49-F238E27FC236}">
                <a16:creationId xmlns:a16="http://schemas.microsoft.com/office/drawing/2014/main" id="{27F55164-5409-49CC-A158-082B4CB3BFDC}"/>
              </a:ext>
            </a:extLst>
          </p:cNvPr>
          <p:cNvSpPr/>
          <p:nvPr/>
        </p:nvSpPr>
        <p:spPr>
          <a:xfrm>
            <a:off x="3906710" y="4774474"/>
            <a:ext cx="300446" cy="239682"/>
          </a:xfrm>
          <a:prstGeom prst="actionButtonBeginning">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dirty="0"/>
          </a:p>
        </p:txBody>
      </p:sp>
      <p:sp>
        <p:nvSpPr>
          <p:cNvPr id="9" name="Action Button: Go to End 8">
            <a:hlinkClick r:id="" action="ppaction://hlinkshowjump?jump=nextslide" highlightClick="1"/>
            <a:extLst>
              <a:ext uri="{FF2B5EF4-FFF2-40B4-BE49-F238E27FC236}">
                <a16:creationId xmlns:a16="http://schemas.microsoft.com/office/drawing/2014/main" id="{A6ACE1FD-CFF9-4B57-881F-BD46A7F9CFA7}"/>
              </a:ext>
            </a:extLst>
          </p:cNvPr>
          <p:cNvSpPr/>
          <p:nvPr/>
        </p:nvSpPr>
        <p:spPr>
          <a:xfrm>
            <a:off x="4936843" y="4774474"/>
            <a:ext cx="300446" cy="239682"/>
          </a:xfrm>
          <a:prstGeom prst="actionButtonEnd">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
        <p:nvSpPr>
          <p:cNvPr id="10" name="Action Button: Go Home 9">
            <a:hlinkClick r:id="rId3" action="ppaction://hlinksldjump" highlightClick="1"/>
            <a:extLst>
              <a:ext uri="{FF2B5EF4-FFF2-40B4-BE49-F238E27FC236}">
                <a16:creationId xmlns:a16="http://schemas.microsoft.com/office/drawing/2014/main" id="{25DD5F50-48ED-4BF9-BDBD-1E114F84B544}"/>
              </a:ext>
            </a:extLst>
          </p:cNvPr>
          <p:cNvSpPr/>
          <p:nvPr/>
        </p:nvSpPr>
        <p:spPr>
          <a:xfrm>
            <a:off x="4421776" y="4774474"/>
            <a:ext cx="300446" cy="239682"/>
          </a:xfrm>
          <a:prstGeom prst="actionButtonHome">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Tree>
    <p:extLst>
      <p:ext uri="{BB962C8B-B14F-4D97-AF65-F5344CB8AC3E}">
        <p14:creationId xmlns:p14="http://schemas.microsoft.com/office/powerpoint/2010/main" val="1284943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C52E-8C2E-4231-BBDA-9CA07E9888C4}"/>
              </a:ext>
            </a:extLst>
          </p:cNvPr>
          <p:cNvSpPr>
            <a:spLocks noGrp="1"/>
          </p:cNvSpPr>
          <p:nvPr>
            <p:ph type="title"/>
          </p:nvPr>
        </p:nvSpPr>
        <p:spPr>
          <a:xfrm>
            <a:off x="2490191" y="1378946"/>
            <a:ext cx="4163615" cy="1436094"/>
          </a:xfrm>
        </p:spPr>
        <p:txBody>
          <a:bodyPr/>
          <a:lstStyle/>
          <a:p>
            <a:r>
              <a:rPr lang="en-US" sz="4000" dirty="0">
                <a:latin typeface="OCR A Extended" panose="02010509020102010303" pitchFamily="50" charset="0"/>
              </a:rPr>
              <a:t>My Thoughts…</a:t>
            </a:r>
            <a:endParaRPr lang="en-PH" sz="4000" dirty="0">
              <a:latin typeface="OCR A Extended" panose="02010509020102010303" pitchFamily="50" charset="0"/>
            </a:endParaRPr>
          </a:p>
        </p:txBody>
      </p:sp>
      <p:pic>
        <p:nvPicPr>
          <p:cNvPr id="4" name="Picture 3">
            <a:extLst>
              <a:ext uri="{FF2B5EF4-FFF2-40B4-BE49-F238E27FC236}">
                <a16:creationId xmlns:a16="http://schemas.microsoft.com/office/drawing/2014/main" id="{8F39DEEA-9C56-4FD3-AB28-2BE6099697BA}"/>
              </a:ext>
            </a:extLst>
          </p:cNvPr>
          <p:cNvPicPr>
            <a:picLocks noChangeAspect="1"/>
          </p:cNvPicPr>
          <p:nvPr/>
        </p:nvPicPr>
        <p:blipFill>
          <a:blip r:embed="rId2"/>
          <a:stretch>
            <a:fillRect/>
          </a:stretch>
        </p:blipFill>
        <p:spPr>
          <a:xfrm>
            <a:off x="3755626" y="2473574"/>
            <a:ext cx="1423798" cy="1222199"/>
          </a:xfrm>
          <a:prstGeom prst="rect">
            <a:avLst/>
          </a:prstGeom>
        </p:spPr>
      </p:pic>
      <p:cxnSp>
        <p:nvCxnSpPr>
          <p:cNvPr id="5" name="Google Shape;1628;p39">
            <a:extLst>
              <a:ext uri="{FF2B5EF4-FFF2-40B4-BE49-F238E27FC236}">
                <a16:creationId xmlns:a16="http://schemas.microsoft.com/office/drawing/2014/main" id="{5BB39E7A-1221-4BF8-BFEF-A7A1FAC1D046}"/>
              </a:ext>
            </a:extLst>
          </p:cNvPr>
          <p:cNvCxnSpPr>
            <a:cxnSpLocks/>
          </p:cNvCxnSpPr>
          <p:nvPr/>
        </p:nvCxnSpPr>
        <p:spPr>
          <a:xfrm>
            <a:off x="2161903" y="2537359"/>
            <a:ext cx="4820194" cy="0"/>
          </a:xfrm>
          <a:prstGeom prst="straightConnector1">
            <a:avLst/>
          </a:prstGeom>
          <a:noFill/>
          <a:ln w="19050" cap="flat" cmpd="sng">
            <a:solidFill>
              <a:schemeClr val="dk1"/>
            </a:solidFill>
            <a:prstDash val="solid"/>
            <a:round/>
            <a:headEnd type="oval" w="med" len="med"/>
            <a:tailEnd type="oval" w="med" len="med"/>
          </a:ln>
        </p:spPr>
      </p:cxnSp>
    </p:spTree>
    <p:extLst>
      <p:ext uri="{BB962C8B-B14F-4D97-AF65-F5344CB8AC3E}">
        <p14:creationId xmlns:p14="http://schemas.microsoft.com/office/powerpoint/2010/main" val="3695820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C734734-C90F-4899-BA40-34FCD5A1D44E}"/>
              </a:ext>
            </a:extLst>
          </p:cNvPr>
          <p:cNvSpPr>
            <a:spLocks noGrp="1"/>
          </p:cNvSpPr>
          <p:nvPr>
            <p:ph type="subTitle" idx="4294967295"/>
          </p:nvPr>
        </p:nvSpPr>
        <p:spPr>
          <a:xfrm>
            <a:off x="1064623" y="652507"/>
            <a:ext cx="6858000" cy="2241550"/>
          </a:xfrm>
        </p:spPr>
        <p:txBody>
          <a:bodyPr/>
          <a:lstStyle/>
          <a:p>
            <a:pPr marL="152400" indent="0" algn="just">
              <a:buNone/>
            </a:pPr>
            <a:r>
              <a:rPr lang="en-US" sz="1100" dirty="0"/>
              <a:t>	The 21st century is filled with different majors/fields that are highly significant in contributing change to our society. In today's age, where most of us are well-versed in technology, we often take for granted the people who are behind these developments as well as overlook the purpose behind their creation. The different computing fields and majors have their own distinct qualities and goals in our society. However, I learned that despite the differences of each field, they work on a similar goal to enhance and innovate our nation. A particular example for this one is the computer engineering field. This field fuses both the use of software and hardware skills to develop a product/machine. </a:t>
            </a:r>
          </a:p>
          <a:p>
            <a:pPr marL="152400" indent="0" algn="just">
              <a:buNone/>
            </a:pPr>
            <a:endParaRPr lang="en-US" sz="1100" dirty="0"/>
          </a:p>
          <a:p>
            <a:pPr marL="152400" indent="0" algn="just">
              <a:buNone/>
            </a:pPr>
            <a:r>
              <a:rPr lang="en-US" sz="1100" dirty="0"/>
              <a:t>	These computing disciplines are essential for sustaining and improving people's lives. It also provides multiple opportunities to people all around the world. These creations are becoming essential to people's daily lives, businesses, and organizations. Being aware and being able to acknowledge these disciplines helped me understand more about my chosen field and the related fields that can be of use to my career choice. I believe that having the right foundation and knowledge regarding the various computing fields is beneficial since it provides me a profound understanding of the industry I step foot in.</a:t>
            </a:r>
          </a:p>
          <a:p>
            <a:pPr marL="152400" indent="0" algn="just">
              <a:buNone/>
            </a:pPr>
            <a:endParaRPr lang="en-US" sz="1100" dirty="0"/>
          </a:p>
          <a:p>
            <a:pPr marL="152400" indent="0" algn="just">
              <a:buNone/>
            </a:pPr>
            <a:r>
              <a:rPr lang="en-US" sz="1100" dirty="0"/>
              <a:t>	 Prior to this presentation, I had little to no knowledge about the field I chose as well as the other computing disciplines that are related to computer science. Now, I've garnered knowledge and a bit of understanding regarding the differences of each discipline. It gave me more motivation to strive in my studies and chosen field. Having a concise and foundational knowledge of this topic gave me a clearer vision that will allow me to work towards my goal of becoming a data scientist. Apart from this, the information I gathered in creating this presentation gave me a sense of appreciation for computer science as well as the different computing skills related to my future career.</a:t>
            </a:r>
            <a:endParaRPr lang="en-PH" sz="1100" dirty="0"/>
          </a:p>
        </p:txBody>
      </p:sp>
      <p:sp>
        <p:nvSpPr>
          <p:cNvPr id="3" name="Title 2">
            <a:extLst>
              <a:ext uri="{FF2B5EF4-FFF2-40B4-BE49-F238E27FC236}">
                <a16:creationId xmlns:a16="http://schemas.microsoft.com/office/drawing/2014/main" id="{ABB1D6B7-1187-4D80-AFD3-126D627DD7D6}"/>
              </a:ext>
            </a:extLst>
          </p:cNvPr>
          <p:cNvSpPr>
            <a:spLocks noGrp="1"/>
          </p:cNvSpPr>
          <p:nvPr>
            <p:ph type="title" idx="4294967295"/>
          </p:nvPr>
        </p:nvSpPr>
        <p:spPr>
          <a:xfrm>
            <a:off x="636587" y="91303"/>
            <a:ext cx="7870825" cy="815976"/>
          </a:xfrm>
        </p:spPr>
        <p:txBody>
          <a:bodyPr/>
          <a:lstStyle/>
          <a:p>
            <a:r>
              <a:rPr lang="en-US" sz="2800" dirty="0">
                <a:latin typeface="OCR A Extended" panose="02010509020102010303" pitchFamily="50" charset="0"/>
              </a:rPr>
              <a:t>&lt;h3&gt; My Thoughts and Opinions &lt;/h3&gt;</a:t>
            </a:r>
            <a:endParaRPr lang="en-PH" sz="2800" dirty="0">
              <a:latin typeface="OCR A Extended" panose="02010509020102010303" pitchFamily="50" charset="0"/>
            </a:endParaRPr>
          </a:p>
        </p:txBody>
      </p:sp>
      <p:sp>
        <p:nvSpPr>
          <p:cNvPr id="5" name="Action Button: Go to Beginning 4">
            <a:hlinkClick r:id="" action="ppaction://hlinkshowjump?jump=previousslide" highlightClick="1"/>
            <a:extLst>
              <a:ext uri="{FF2B5EF4-FFF2-40B4-BE49-F238E27FC236}">
                <a16:creationId xmlns:a16="http://schemas.microsoft.com/office/drawing/2014/main" id="{5F75B854-8E9D-4590-8C38-B7CF9A212C2B}"/>
              </a:ext>
            </a:extLst>
          </p:cNvPr>
          <p:cNvSpPr/>
          <p:nvPr/>
        </p:nvSpPr>
        <p:spPr>
          <a:xfrm>
            <a:off x="3906710" y="4774474"/>
            <a:ext cx="300446" cy="239682"/>
          </a:xfrm>
          <a:prstGeom prst="actionButtonBeginning">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dirty="0"/>
          </a:p>
        </p:txBody>
      </p:sp>
      <p:sp>
        <p:nvSpPr>
          <p:cNvPr id="6" name="Action Button: Go to End 5">
            <a:hlinkClick r:id="" action="ppaction://hlinkshowjump?jump=nextslide" highlightClick="1"/>
            <a:extLst>
              <a:ext uri="{FF2B5EF4-FFF2-40B4-BE49-F238E27FC236}">
                <a16:creationId xmlns:a16="http://schemas.microsoft.com/office/drawing/2014/main" id="{FEA66160-40AB-4997-AF37-BE51068AB397}"/>
              </a:ext>
            </a:extLst>
          </p:cNvPr>
          <p:cNvSpPr/>
          <p:nvPr/>
        </p:nvSpPr>
        <p:spPr>
          <a:xfrm>
            <a:off x="4936843" y="4774474"/>
            <a:ext cx="300446" cy="239682"/>
          </a:xfrm>
          <a:prstGeom prst="actionButtonEnd">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
        <p:nvSpPr>
          <p:cNvPr id="7" name="Action Button: Go Home 6">
            <a:hlinkClick r:id="rId2" action="ppaction://hlinksldjump" highlightClick="1"/>
            <a:extLst>
              <a:ext uri="{FF2B5EF4-FFF2-40B4-BE49-F238E27FC236}">
                <a16:creationId xmlns:a16="http://schemas.microsoft.com/office/drawing/2014/main" id="{690D2796-796B-48F6-AF87-548C260EE7EF}"/>
              </a:ext>
            </a:extLst>
          </p:cNvPr>
          <p:cNvSpPr/>
          <p:nvPr/>
        </p:nvSpPr>
        <p:spPr>
          <a:xfrm>
            <a:off x="4421776" y="4774474"/>
            <a:ext cx="300446" cy="239682"/>
          </a:xfrm>
          <a:prstGeom prst="actionButtonHome">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Tree>
    <p:extLst>
      <p:ext uri="{BB962C8B-B14F-4D97-AF65-F5344CB8AC3E}">
        <p14:creationId xmlns:p14="http://schemas.microsoft.com/office/powerpoint/2010/main" val="3026530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0443A-8AD5-4377-AF50-E5A44253418A}"/>
              </a:ext>
            </a:extLst>
          </p:cNvPr>
          <p:cNvSpPr>
            <a:spLocks noGrp="1"/>
          </p:cNvSpPr>
          <p:nvPr>
            <p:ph type="title"/>
          </p:nvPr>
        </p:nvSpPr>
        <p:spPr>
          <a:xfrm>
            <a:off x="3810881" y="-38117"/>
            <a:ext cx="4175700" cy="1201500"/>
          </a:xfrm>
        </p:spPr>
        <p:txBody>
          <a:bodyPr/>
          <a:lstStyle/>
          <a:p>
            <a:r>
              <a:rPr lang="en-US" sz="4800" dirty="0">
                <a:latin typeface="OCR A Extended" panose="02010509020102010303" pitchFamily="50" charset="0"/>
              </a:rPr>
              <a:t>About me:</a:t>
            </a:r>
            <a:endParaRPr lang="en-PH" sz="4800" dirty="0">
              <a:latin typeface="OCR A Extended" panose="02010509020102010303" pitchFamily="50" charset="0"/>
            </a:endParaRPr>
          </a:p>
        </p:txBody>
      </p:sp>
      <p:sp>
        <p:nvSpPr>
          <p:cNvPr id="3" name="Text Placeholder 2">
            <a:extLst>
              <a:ext uri="{FF2B5EF4-FFF2-40B4-BE49-F238E27FC236}">
                <a16:creationId xmlns:a16="http://schemas.microsoft.com/office/drawing/2014/main" id="{72179283-D157-418C-94A1-FBD8861471C2}"/>
              </a:ext>
            </a:extLst>
          </p:cNvPr>
          <p:cNvSpPr>
            <a:spLocks noGrp="1"/>
          </p:cNvSpPr>
          <p:nvPr>
            <p:ph type="body" idx="1"/>
          </p:nvPr>
        </p:nvSpPr>
        <p:spPr>
          <a:xfrm>
            <a:off x="3594496" y="1163383"/>
            <a:ext cx="4175700" cy="2364900"/>
          </a:xfrm>
        </p:spPr>
        <p:txBody>
          <a:bodyPr/>
          <a:lstStyle/>
          <a:p>
            <a:pPr marL="323850" indent="-171450">
              <a:buFont typeface="Arial" panose="020B0604020202020204" pitchFamily="34" charset="0"/>
              <a:buChar char="•"/>
            </a:pPr>
            <a:r>
              <a:rPr lang="en-US" sz="1600" dirty="0"/>
              <a:t>I’m </a:t>
            </a:r>
            <a:r>
              <a:rPr lang="en-US" sz="1600" dirty="0" err="1"/>
              <a:t>Khugo</a:t>
            </a:r>
            <a:r>
              <a:rPr lang="en-US" sz="1600" dirty="0"/>
              <a:t> Sebastian E. Auditor / “</a:t>
            </a:r>
            <a:r>
              <a:rPr lang="en-US" sz="1600" dirty="0" err="1"/>
              <a:t>Seb</a:t>
            </a:r>
            <a:r>
              <a:rPr lang="en-US" sz="1600" dirty="0"/>
              <a:t>” in short</a:t>
            </a:r>
          </a:p>
          <a:p>
            <a:pPr marL="323850" indent="-171450">
              <a:buFont typeface="Arial" panose="020B0604020202020204" pitchFamily="34" charset="0"/>
              <a:buChar char="•"/>
            </a:pPr>
            <a:r>
              <a:rPr lang="en-US" sz="1600" dirty="0"/>
              <a:t>I’m 18 years old</a:t>
            </a:r>
          </a:p>
          <a:p>
            <a:pPr marL="323850" indent="-171450">
              <a:buFont typeface="Arial" panose="020B0604020202020204" pitchFamily="34" charset="0"/>
              <a:buChar char="•"/>
            </a:pPr>
            <a:r>
              <a:rPr lang="en-US" sz="1600" dirty="0"/>
              <a:t>I graduated With Honors in Southwestern University PHINMA S.Y. 2024-2025</a:t>
            </a:r>
          </a:p>
          <a:p>
            <a:pPr marL="323850" indent="-171450">
              <a:buFont typeface="Arial" panose="020B0604020202020204" pitchFamily="34" charset="0"/>
              <a:buChar char="•"/>
            </a:pPr>
            <a:r>
              <a:rPr lang="en-PH" sz="1600" dirty="0"/>
              <a:t>I play soccer/football, read books, and binge watch suits on Netflix</a:t>
            </a:r>
          </a:p>
          <a:p>
            <a:pPr marL="323850" indent="-171450">
              <a:buFont typeface="Arial" panose="020B0604020202020204" pitchFamily="34" charset="0"/>
              <a:buChar char="•"/>
            </a:pPr>
            <a:r>
              <a:rPr lang="en-PH" sz="1600" dirty="0"/>
              <a:t>I decided to study Computer Science because I want to pursue a career in Data Science in the future as well as learn Artificial Intelligence.</a:t>
            </a:r>
          </a:p>
        </p:txBody>
      </p:sp>
      <p:pic>
        <p:nvPicPr>
          <p:cNvPr id="14" name="Picture Placeholder 13">
            <a:extLst>
              <a:ext uri="{FF2B5EF4-FFF2-40B4-BE49-F238E27FC236}">
                <a16:creationId xmlns:a16="http://schemas.microsoft.com/office/drawing/2014/main" id="{6D3CAF4F-C501-44E1-AB67-C88CC92ADD90}"/>
              </a:ext>
            </a:extLst>
          </p:cNvPr>
          <p:cNvPicPr>
            <a:picLocks noGrp="1" noChangeAspect="1"/>
          </p:cNvPicPr>
          <p:nvPr>
            <p:ph type="pic" idx="2"/>
          </p:nvPr>
        </p:nvPicPr>
        <p:blipFill rotWithShape="1">
          <a:blip r:embed="rId2"/>
          <a:srcRect l="16138" t="26150" r="16138"/>
          <a:stretch/>
        </p:blipFill>
        <p:spPr>
          <a:xfrm>
            <a:off x="1046383" y="849105"/>
            <a:ext cx="2415273" cy="256494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6" name="Action Button: Go to Beginning 5">
            <a:hlinkClick r:id="" action="ppaction://hlinkshowjump?jump=previousslide" highlightClick="1"/>
            <a:extLst>
              <a:ext uri="{FF2B5EF4-FFF2-40B4-BE49-F238E27FC236}">
                <a16:creationId xmlns:a16="http://schemas.microsoft.com/office/drawing/2014/main" id="{A2FCC0FE-D186-4062-93BE-CD24BA1D50CD}"/>
              </a:ext>
            </a:extLst>
          </p:cNvPr>
          <p:cNvSpPr/>
          <p:nvPr/>
        </p:nvSpPr>
        <p:spPr>
          <a:xfrm>
            <a:off x="3906710" y="4774474"/>
            <a:ext cx="300446" cy="239682"/>
          </a:xfrm>
          <a:prstGeom prst="actionButtonBeginning">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dirty="0"/>
          </a:p>
        </p:txBody>
      </p:sp>
      <p:sp>
        <p:nvSpPr>
          <p:cNvPr id="7" name="Action Button: Go to End 6">
            <a:hlinkClick r:id="" action="ppaction://hlinkshowjump?jump=nextslide" highlightClick="1"/>
            <a:extLst>
              <a:ext uri="{FF2B5EF4-FFF2-40B4-BE49-F238E27FC236}">
                <a16:creationId xmlns:a16="http://schemas.microsoft.com/office/drawing/2014/main" id="{C647BB8A-81D8-4979-B1E5-A34F0EC18073}"/>
              </a:ext>
            </a:extLst>
          </p:cNvPr>
          <p:cNvSpPr/>
          <p:nvPr/>
        </p:nvSpPr>
        <p:spPr>
          <a:xfrm>
            <a:off x="4936843" y="4774474"/>
            <a:ext cx="300446" cy="239682"/>
          </a:xfrm>
          <a:prstGeom prst="actionButtonEnd">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
        <p:nvSpPr>
          <p:cNvPr id="8" name="Action Button: Go Home 7">
            <a:hlinkClick r:id="rId3" action="ppaction://hlinksldjump" highlightClick="1"/>
            <a:extLst>
              <a:ext uri="{FF2B5EF4-FFF2-40B4-BE49-F238E27FC236}">
                <a16:creationId xmlns:a16="http://schemas.microsoft.com/office/drawing/2014/main" id="{1ED81E18-9621-44FD-8E53-0F70D70D71EA}"/>
              </a:ext>
            </a:extLst>
          </p:cNvPr>
          <p:cNvSpPr/>
          <p:nvPr/>
        </p:nvSpPr>
        <p:spPr>
          <a:xfrm>
            <a:off x="4421776" y="4774474"/>
            <a:ext cx="300446" cy="239682"/>
          </a:xfrm>
          <a:prstGeom prst="actionButtonHome">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Tree>
    <p:extLst>
      <p:ext uri="{BB962C8B-B14F-4D97-AF65-F5344CB8AC3E}">
        <p14:creationId xmlns:p14="http://schemas.microsoft.com/office/powerpoint/2010/main" val="878038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8"/>
        <p:cNvGrpSpPr/>
        <p:nvPr/>
      </p:nvGrpSpPr>
      <p:grpSpPr>
        <a:xfrm>
          <a:off x="0" y="0"/>
          <a:ext cx="0" cy="0"/>
          <a:chOff x="0" y="0"/>
          <a:chExt cx="0" cy="0"/>
        </a:xfrm>
      </p:grpSpPr>
      <p:sp>
        <p:nvSpPr>
          <p:cNvPr id="1859" name="Google Shape;1859;p50"/>
          <p:cNvSpPr txBox="1">
            <a:spLocks noGrp="1"/>
          </p:cNvSpPr>
          <p:nvPr>
            <p:ph type="title"/>
          </p:nvPr>
        </p:nvSpPr>
        <p:spPr>
          <a:xfrm>
            <a:off x="720000" y="5313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419" dirty="0" err="1"/>
              <a:t>Resources</a:t>
            </a:r>
            <a:endParaRPr dirty="0"/>
          </a:p>
        </p:txBody>
      </p:sp>
      <p:sp>
        <p:nvSpPr>
          <p:cNvPr id="1860" name="Google Shape;1860;p50"/>
          <p:cNvSpPr txBox="1">
            <a:spLocks noGrp="1"/>
          </p:cNvSpPr>
          <p:nvPr>
            <p:ph type="subTitle" idx="1"/>
          </p:nvPr>
        </p:nvSpPr>
        <p:spPr>
          <a:xfrm>
            <a:off x="813934" y="905513"/>
            <a:ext cx="7516131" cy="3078659"/>
          </a:xfrm>
          <a:prstGeom prst="rect">
            <a:avLst/>
          </a:prstGeom>
        </p:spPr>
        <p:txBody>
          <a:bodyPr spcFirstLastPara="1" wrap="square" lIns="91425" tIns="91425" rIns="91425" bIns="91425" anchor="t" anchorCtr="0">
            <a:noAutofit/>
          </a:bodyPr>
          <a:lstStyle/>
          <a:p>
            <a:pPr marL="0" indent="0">
              <a:buNone/>
            </a:pPr>
            <a:r>
              <a:rPr lang="en-US" dirty="0"/>
              <a:t>Association for Computing Machinery (ACM) IEEE Computer Society (IEEE-CS). (2020). </a:t>
            </a:r>
            <a:r>
              <a:rPr lang="en-PH" dirty="0"/>
              <a:t>Computing Curricula 2020 CC2020. </a:t>
            </a:r>
            <a:r>
              <a:rPr lang="en-PH" dirty="0">
                <a:hlinkClick r:id="rId3"/>
              </a:rPr>
              <a:t>https://dl.acm.org/citation.cfm?id=3467967</a:t>
            </a:r>
            <a:r>
              <a:rPr lang="en-PH" dirty="0"/>
              <a:t>. </a:t>
            </a:r>
            <a:r>
              <a:rPr lang="en-PH" dirty="0" err="1"/>
              <a:t>doi</a:t>
            </a:r>
            <a:r>
              <a:rPr lang="en-PH" dirty="0"/>
              <a:t>: 10.1145/3467967. </a:t>
            </a:r>
          </a:p>
          <a:p>
            <a:pPr marL="0" indent="0">
              <a:buNone/>
            </a:pPr>
            <a:endParaRPr lang="en-US" dirty="0"/>
          </a:p>
          <a:p>
            <a:pPr marL="0" lvl="0" indent="0">
              <a:buNone/>
            </a:pPr>
            <a:r>
              <a:rPr lang="en-US" dirty="0"/>
              <a:t>Hazzan O., &amp; </a:t>
            </a:r>
            <a:r>
              <a:rPr lang="en-US" dirty="0" err="1"/>
              <a:t>Ragonis</a:t>
            </a:r>
            <a:r>
              <a:rPr lang="en-US" dirty="0"/>
              <a:t> N. (2020) "Overview of the Discipline of Computer Science", p. 32, </a:t>
            </a:r>
            <a:r>
              <a:rPr lang="en-US" dirty="0">
                <a:hlinkClick r:id="rId4"/>
              </a:rPr>
              <a:t>https://doi.org/10.1007/978-3-030-39360-1_3</a:t>
            </a:r>
            <a:r>
              <a:rPr lang="en-US" dirty="0"/>
              <a:t>.</a:t>
            </a:r>
          </a:p>
          <a:p>
            <a:pPr marL="0" lvl="0" indent="0">
              <a:buNone/>
            </a:pPr>
            <a:endParaRPr lang="en-US" dirty="0"/>
          </a:p>
          <a:p>
            <a:pPr marL="0" indent="0">
              <a:buNone/>
            </a:pPr>
            <a:r>
              <a:rPr lang="en-US" dirty="0"/>
              <a:t>Mall R. (2018). Book Overview: Fundamentals of Software Engineering (5th Ed.). PHI Learning.</a:t>
            </a:r>
          </a:p>
          <a:p>
            <a:pPr marL="0" lvl="0" indent="0">
              <a:buNone/>
            </a:pPr>
            <a:endParaRPr lang="en-US" dirty="0"/>
          </a:p>
          <a:p>
            <a:pPr marL="0" indent="0">
              <a:buNone/>
            </a:pPr>
            <a:r>
              <a:rPr lang="en-PH" dirty="0"/>
              <a:t>Oates J. et al.(2022). </a:t>
            </a:r>
            <a:r>
              <a:rPr lang="en-US" dirty="0"/>
              <a:t>Researching Information Systems and Computing (2</a:t>
            </a:r>
            <a:r>
              <a:rPr lang="en-US" baseline="30000" dirty="0"/>
              <a:t>nd</a:t>
            </a:r>
            <a:r>
              <a:rPr lang="en-US" dirty="0"/>
              <a:t> Edition). Sage Publications Ltd.</a:t>
            </a:r>
          </a:p>
          <a:p>
            <a:pPr marL="0" indent="0">
              <a:buNone/>
            </a:pPr>
            <a:endParaRPr lang="en-US" dirty="0"/>
          </a:p>
          <a:p>
            <a:pPr marL="0" indent="0">
              <a:buNone/>
            </a:pPr>
            <a:r>
              <a:rPr lang="en-US" dirty="0" err="1"/>
              <a:t>Ridha</a:t>
            </a:r>
            <a:r>
              <a:rPr lang="en-US" dirty="0"/>
              <a:t> M. &amp; </a:t>
            </a:r>
            <a:r>
              <a:rPr lang="en-US" dirty="0" err="1"/>
              <a:t>Ridha</a:t>
            </a:r>
            <a:r>
              <a:rPr lang="en-US" dirty="0"/>
              <a:t> A. (2020). Computer Engineering on Overview : Compulsory (Ed. N. </a:t>
            </a:r>
            <a:r>
              <a:rPr lang="en-US" dirty="0" err="1"/>
              <a:t>Ridha</a:t>
            </a:r>
            <a:r>
              <a:rPr lang="en-US" dirty="0"/>
              <a:t>). Independently Published.</a:t>
            </a:r>
          </a:p>
          <a:p>
            <a:pPr marL="0" lvl="0" indent="0">
              <a:buNone/>
            </a:pPr>
            <a:endParaRPr lang="en-US" dirty="0"/>
          </a:p>
          <a:p>
            <a:pPr marL="0" lvl="0" indent="0">
              <a:buNone/>
            </a:pPr>
            <a:r>
              <a:rPr lang="en-PH" dirty="0"/>
              <a:t>Singh A. (2025). </a:t>
            </a:r>
            <a:r>
              <a:rPr lang="en-US" dirty="0"/>
              <a:t>Evolution of Computer Science: A Historical and Technological Overview. American   Journal   of Artificial  Intelligence  and computing, 1(2), 62-86.	</a:t>
            </a:r>
            <a:endParaRPr lang="en-PH" dirty="0"/>
          </a:p>
          <a:p>
            <a:pPr marL="0" lvl="0" indent="0">
              <a:buNone/>
            </a:pPr>
            <a:endParaRPr lang="en-US" dirty="0"/>
          </a:p>
          <a:p>
            <a:pPr marL="0" lvl="0" indent="0">
              <a:buNone/>
            </a:pPr>
            <a:endParaRPr dirty="0"/>
          </a:p>
        </p:txBody>
      </p:sp>
      <p:sp>
        <p:nvSpPr>
          <p:cNvPr id="8" name="Action Button: Go to Beginning 7">
            <a:hlinkClick r:id="" action="ppaction://hlinkshowjump?jump=previousslide" highlightClick="1"/>
            <a:extLst>
              <a:ext uri="{FF2B5EF4-FFF2-40B4-BE49-F238E27FC236}">
                <a16:creationId xmlns:a16="http://schemas.microsoft.com/office/drawing/2014/main" id="{61B6A06D-7737-4CFB-BE60-CFDF51ED0DD4}"/>
              </a:ext>
            </a:extLst>
          </p:cNvPr>
          <p:cNvSpPr/>
          <p:nvPr/>
        </p:nvSpPr>
        <p:spPr>
          <a:xfrm>
            <a:off x="3906710" y="4774474"/>
            <a:ext cx="300446" cy="239682"/>
          </a:xfrm>
          <a:prstGeom prst="actionButtonBeginning">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dirty="0"/>
          </a:p>
        </p:txBody>
      </p:sp>
      <p:sp>
        <p:nvSpPr>
          <p:cNvPr id="10" name="Action Button: Go Home 9">
            <a:hlinkClick r:id="rId5" action="ppaction://hlinksldjump" highlightClick="1"/>
            <a:extLst>
              <a:ext uri="{FF2B5EF4-FFF2-40B4-BE49-F238E27FC236}">
                <a16:creationId xmlns:a16="http://schemas.microsoft.com/office/drawing/2014/main" id="{46DB4791-24AF-475D-9C9F-1F4EFA84AEA5}"/>
              </a:ext>
            </a:extLst>
          </p:cNvPr>
          <p:cNvSpPr/>
          <p:nvPr/>
        </p:nvSpPr>
        <p:spPr>
          <a:xfrm>
            <a:off x="4421776" y="4774474"/>
            <a:ext cx="300446" cy="239682"/>
          </a:xfrm>
          <a:prstGeom prst="actionButtonHome">
            <a:avLst/>
          </a:prstGeom>
          <a:noFill/>
          <a:ln>
            <a:solidFill>
              <a:schemeClr val="tx1"/>
            </a:solid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p>
        </p:txBody>
      </p:sp>
      <p:sp>
        <p:nvSpPr>
          <p:cNvPr id="2" name="&quot;Not Allowed&quot; Symbol 1">
            <a:extLst>
              <a:ext uri="{FF2B5EF4-FFF2-40B4-BE49-F238E27FC236}">
                <a16:creationId xmlns:a16="http://schemas.microsoft.com/office/drawing/2014/main" id="{67FA2E1E-F8DA-43FB-A241-9C2BA48023B6}"/>
              </a:ext>
            </a:extLst>
          </p:cNvPr>
          <p:cNvSpPr/>
          <p:nvPr/>
        </p:nvSpPr>
        <p:spPr>
          <a:xfrm>
            <a:off x="4905104" y="4774474"/>
            <a:ext cx="300446" cy="239682"/>
          </a:xfrm>
          <a:prstGeom prst="noSmoking">
            <a:avLst/>
          </a:prstGeom>
          <a:noFill/>
          <a:ln w="952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PH">
              <a:solidFill>
                <a:schemeClr val="tx1"/>
              </a:solidFill>
            </a:endParaRPr>
          </a:p>
        </p:txBody>
      </p:sp>
    </p:spTree>
  </p:cSld>
  <p:clrMapOvr>
    <a:masterClrMapping/>
  </p:clrMapOvr>
</p:sld>
</file>

<file path=ppt/theme/theme1.xml><?xml version="1.0" encoding="utf-8"?>
<a:theme xmlns:a="http://schemas.openxmlformats.org/drawingml/2006/main" name="Information Technology Project Proposal by Slidesgo">
  <a:themeElements>
    <a:clrScheme name="Simple Light">
      <a:dk1>
        <a:srgbClr val="FFFFFF"/>
      </a:dk1>
      <a:lt1>
        <a:srgbClr val="000000"/>
      </a:lt1>
      <a:dk2>
        <a:srgbClr val="B7B7B7"/>
      </a:dk2>
      <a:lt2>
        <a:srgbClr val="EFEFEF"/>
      </a:lt2>
      <a:accent1>
        <a:srgbClr val="CCCCCC"/>
      </a:accent1>
      <a:accent2>
        <a:srgbClr val="66666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2216</TotalTime>
  <Words>1263</Words>
  <Application>Microsoft Office PowerPoint</Application>
  <PresentationFormat>On-screen Show (16:9)</PresentationFormat>
  <Paragraphs>78</Paragraphs>
  <Slides>13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Aldrich</vt:lpstr>
      <vt:lpstr>Arial</vt:lpstr>
      <vt:lpstr>Nunito Light</vt:lpstr>
      <vt:lpstr>OCR A Extended</vt:lpstr>
      <vt:lpstr>Open Sans</vt:lpstr>
      <vt:lpstr>Saira</vt:lpstr>
      <vt:lpstr>Information Technology Project Proposal by Slidesgo</vt:lpstr>
      <vt:lpstr>Portfolio #1: CIS 1102N- Introduction to Computing</vt:lpstr>
      <vt:lpstr>Table of Contents:</vt:lpstr>
      <vt:lpstr>01</vt:lpstr>
      <vt:lpstr>Computer Science as a Discipline</vt:lpstr>
      <vt:lpstr>Computer Science as a Discipline</vt:lpstr>
      <vt:lpstr>Different Computing Majors</vt:lpstr>
      <vt:lpstr>Computing Majors and Fields</vt:lpstr>
      <vt:lpstr>Computing Fields:</vt:lpstr>
      <vt:lpstr>Computing Fields:</vt:lpstr>
      <vt:lpstr>My Thoughts…</vt:lpstr>
      <vt:lpstr>&lt;h3&gt; My Thoughts and Opinions &lt;/h3&gt;</vt:lpstr>
      <vt:lpstr>About me:</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 #1: CIS 1102N- Introduction to Computing</dc:title>
  <dc:creator>admin</dc:creator>
  <cp:lastModifiedBy>khugosebauditor@gmail.com</cp:lastModifiedBy>
  <cp:revision>54</cp:revision>
  <dcterms:modified xsi:type="dcterms:W3CDTF">2025-11-26T11:46:20Z</dcterms:modified>
</cp:coreProperties>
</file>